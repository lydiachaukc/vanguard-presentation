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72" r:id="rId6"/>
    <p:sldId id="260" r:id="rId7"/>
    <p:sldId id="267" r:id="rId8"/>
    <p:sldId id="261" r:id="rId9"/>
    <p:sldId id="271" r:id="rId10"/>
    <p:sldId id="268" r:id="rId11"/>
    <p:sldId id="269" r:id="rId12"/>
    <p:sldId id="265" r:id="rId13"/>
    <p:sldId id="266" r:id="rId14"/>
    <p:sldId id="27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C8F9C8-4C54-43C9-9EF6-E8BFE3DC313E}" v="85" dt="2022-02-02T19:43:18.79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4" autoAdjust="0"/>
    <p:restoredTop sz="94660"/>
  </p:normalViewPr>
  <p:slideViewPr>
    <p:cSldViewPr snapToGrid="0">
      <p:cViewPr varScale="1">
        <p:scale>
          <a:sx n="87" d="100"/>
          <a:sy n="87" d="100"/>
        </p:scale>
        <p:origin x="114" y="19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ydia Chau" userId="4fc6d0fb391d541f" providerId="LiveId" clId="{4EC8F9C8-4C54-43C9-9EF6-E8BFE3DC313E}"/>
    <pc:docChg chg="undo custSel addSld delSld modSld sldOrd">
      <pc:chgData name="Lydia Chau" userId="4fc6d0fb391d541f" providerId="LiveId" clId="{4EC8F9C8-4C54-43C9-9EF6-E8BFE3DC313E}" dt="2022-02-02T19:44:04.572" v="1064" actId="20577"/>
      <pc:docMkLst>
        <pc:docMk/>
      </pc:docMkLst>
      <pc:sldChg chg="modSp mod">
        <pc:chgData name="Lydia Chau" userId="4fc6d0fb391d541f" providerId="LiveId" clId="{4EC8F9C8-4C54-43C9-9EF6-E8BFE3DC313E}" dt="2022-02-02T19:35:09.704" v="953" actId="20577"/>
        <pc:sldMkLst>
          <pc:docMk/>
          <pc:sldMk cId="3867760226" sldId="256"/>
        </pc:sldMkLst>
        <pc:spChg chg="mod">
          <ac:chgData name="Lydia Chau" userId="4fc6d0fb391d541f" providerId="LiveId" clId="{4EC8F9C8-4C54-43C9-9EF6-E8BFE3DC313E}" dt="2022-02-02T18:50:29.257" v="373"/>
          <ac:spMkLst>
            <pc:docMk/>
            <pc:sldMk cId="3867760226" sldId="256"/>
            <ac:spMk id="2" creationId="{20B2D03D-1C29-4266-B141-9EC0993BB908}"/>
          </ac:spMkLst>
        </pc:spChg>
        <pc:spChg chg="mod">
          <ac:chgData name="Lydia Chau" userId="4fc6d0fb391d541f" providerId="LiveId" clId="{4EC8F9C8-4C54-43C9-9EF6-E8BFE3DC313E}" dt="2022-02-02T19:35:09.704" v="953" actId="20577"/>
          <ac:spMkLst>
            <pc:docMk/>
            <pc:sldMk cId="3867760226" sldId="256"/>
            <ac:spMk id="3" creationId="{EAE874E1-FEE3-465B-8BB4-B7148810DC6D}"/>
          </ac:spMkLst>
        </pc:spChg>
      </pc:sldChg>
      <pc:sldChg chg="addSp modSp mod">
        <pc:chgData name="Lydia Chau" userId="4fc6d0fb391d541f" providerId="LiveId" clId="{4EC8F9C8-4C54-43C9-9EF6-E8BFE3DC313E}" dt="2022-02-02T19:02:03.700" v="704" actId="20577"/>
        <pc:sldMkLst>
          <pc:docMk/>
          <pc:sldMk cId="2071736486" sldId="257"/>
        </pc:sldMkLst>
        <pc:spChg chg="mod">
          <ac:chgData name="Lydia Chau" userId="4fc6d0fb391d541f" providerId="LiveId" clId="{4EC8F9C8-4C54-43C9-9EF6-E8BFE3DC313E}" dt="2022-02-02T18:50:29.257" v="373"/>
          <ac:spMkLst>
            <pc:docMk/>
            <pc:sldMk cId="2071736486" sldId="257"/>
            <ac:spMk id="2" creationId="{4E757515-5550-4ED4-AA56-416AACCF3A01}"/>
          </ac:spMkLst>
        </pc:spChg>
        <pc:spChg chg="mod">
          <ac:chgData name="Lydia Chau" userId="4fc6d0fb391d541f" providerId="LiveId" clId="{4EC8F9C8-4C54-43C9-9EF6-E8BFE3DC313E}" dt="2022-02-02T19:02:03.700" v="704" actId="20577"/>
          <ac:spMkLst>
            <pc:docMk/>
            <pc:sldMk cId="2071736486" sldId="257"/>
            <ac:spMk id="3" creationId="{14A14D95-632F-4E38-8C0B-98973713E25F}"/>
          </ac:spMkLst>
        </pc:spChg>
        <pc:picChg chg="add mod">
          <ac:chgData name="Lydia Chau" userId="4fc6d0fb391d541f" providerId="LiveId" clId="{4EC8F9C8-4C54-43C9-9EF6-E8BFE3DC313E}" dt="2022-02-02T18:50:45.969" v="375" actId="1076"/>
          <ac:picMkLst>
            <pc:docMk/>
            <pc:sldMk cId="2071736486" sldId="257"/>
            <ac:picMk id="5" creationId="{43128206-C26A-423E-B204-69BE4C122496}"/>
          </ac:picMkLst>
        </pc:picChg>
      </pc:sldChg>
      <pc:sldChg chg="addSp modSp mod">
        <pc:chgData name="Lydia Chau" userId="4fc6d0fb391d541f" providerId="LiveId" clId="{4EC8F9C8-4C54-43C9-9EF6-E8BFE3DC313E}" dt="2022-02-02T19:05:16.721" v="720" actId="20577"/>
        <pc:sldMkLst>
          <pc:docMk/>
          <pc:sldMk cId="3293770935" sldId="258"/>
        </pc:sldMkLst>
        <pc:spChg chg="mod">
          <ac:chgData name="Lydia Chau" userId="4fc6d0fb391d541f" providerId="LiveId" clId="{4EC8F9C8-4C54-43C9-9EF6-E8BFE3DC313E}" dt="2022-02-02T19:05:16.721" v="720" actId="20577"/>
          <ac:spMkLst>
            <pc:docMk/>
            <pc:sldMk cId="3293770935" sldId="258"/>
            <ac:spMk id="2" creationId="{AB2A6968-1EA6-41BD-B9D9-43ECF97BB4F2}"/>
          </ac:spMkLst>
        </pc:spChg>
        <pc:spChg chg="mod">
          <ac:chgData name="Lydia Chau" userId="4fc6d0fb391d541f" providerId="LiveId" clId="{4EC8F9C8-4C54-43C9-9EF6-E8BFE3DC313E}" dt="2022-02-02T19:05:06.475" v="707" actId="207"/>
          <ac:spMkLst>
            <pc:docMk/>
            <pc:sldMk cId="3293770935" sldId="258"/>
            <ac:spMk id="3" creationId="{AFAB900F-53F6-4510-995F-4F43EE6E0A2B}"/>
          </ac:spMkLst>
        </pc:spChg>
        <pc:picChg chg="add mod">
          <ac:chgData name="Lydia Chau" userId="4fc6d0fb391d541f" providerId="LiveId" clId="{4EC8F9C8-4C54-43C9-9EF6-E8BFE3DC313E}" dt="2022-02-02T19:04:09.404" v="706" actId="1076"/>
          <ac:picMkLst>
            <pc:docMk/>
            <pc:sldMk cId="3293770935" sldId="258"/>
            <ac:picMk id="4" creationId="{352B255C-CEAD-4712-8F50-DBB3176DA041}"/>
          </ac:picMkLst>
        </pc:picChg>
      </pc:sldChg>
      <pc:sldChg chg="addSp delSp modSp mod">
        <pc:chgData name="Lydia Chau" userId="4fc6d0fb391d541f" providerId="LiveId" clId="{4EC8F9C8-4C54-43C9-9EF6-E8BFE3DC313E}" dt="2022-02-02T19:34:44.676" v="927" actId="113"/>
        <pc:sldMkLst>
          <pc:docMk/>
          <pc:sldMk cId="3920814246" sldId="259"/>
        </pc:sldMkLst>
        <pc:spChg chg="mod">
          <ac:chgData name="Lydia Chau" userId="4fc6d0fb391d541f" providerId="LiveId" clId="{4EC8F9C8-4C54-43C9-9EF6-E8BFE3DC313E}" dt="2022-02-02T18:56:00.251" v="382" actId="20577"/>
          <ac:spMkLst>
            <pc:docMk/>
            <pc:sldMk cId="3920814246" sldId="259"/>
            <ac:spMk id="2" creationId="{D3E5DFCF-393F-4276-8904-B83F25B5F95B}"/>
          </ac:spMkLst>
        </pc:spChg>
        <pc:spChg chg="del mod">
          <ac:chgData name="Lydia Chau" userId="4fc6d0fb391d541f" providerId="LiveId" clId="{4EC8F9C8-4C54-43C9-9EF6-E8BFE3DC313E}" dt="2022-02-02T18:54:34.877" v="377" actId="22"/>
          <ac:spMkLst>
            <pc:docMk/>
            <pc:sldMk cId="3920814246" sldId="259"/>
            <ac:spMk id="3" creationId="{94D28527-3E69-4384-844E-03358E6031AB}"/>
          </ac:spMkLst>
        </pc:spChg>
        <pc:spChg chg="add mod">
          <ac:chgData name="Lydia Chau" userId="4fc6d0fb391d541f" providerId="LiveId" clId="{4EC8F9C8-4C54-43C9-9EF6-E8BFE3DC313E}" dt="2022-02-02T19:34:44.676" v="927" actId="113"/>
          <ac:spMkLst>
            <pc:docMk/>
            <pc:sldMk cId="3920814246" sldId="259"/>
            <ac:spMk id="6" creationId="{C9897C7C-07FE-4DBD-8D60-7DB164B29D2A}"/>
          </ac:spMkLst>
        </pc:spChg>
        <pc:picChg chg="add mod ord">
          <ac:chgData name="Lydia Chau" userId="4fc6d0fb391d541f" providerId="LiveId" clId="{4EC8F9C8-4C54-43C9-9EF6-E8BFE3DC313E}" dt="2022-02-02T18:54:39.736" v="380" actId="1076"/>
          <ac:picMkLst>
            <pc:docMk/>
            <pc:sldMk cId="3920814246" sldId="259"/>
            <ac:picMk id="5" creationId="{31EBF6EE-A22D-4FA7-81F4-80CE5194809B}"/>
          </ac:picMkLst>
        </pc:picChg>
      </pc:sldChg>
      <pc:sldChg chg="addSp delSp modSp mod">
        <pc:chgData name="Lydia Chau" userId="4fc6d0fb391d541f" providerId="LiveId" clId="{4EC8F9C8-4C54-43C9-9EF6-E8BFE3DC313E}" dt="2022-02-02T19:09:58.866" v="748" actId="1076"/>
        <pc:sldMkLst>
          <pc:docMk/>
          <pc:sldMk cId="1894620856" sldId="260"/>
        </pc:sldMkLst>
        <pc:spChg chg="mod">
          <ac:chgData name="Lydia Chau" userId="4fc6d0fb391d541f" providerId="LiveId" clId="{4EC8F9C8-4C54-43C9-9EF6-E8BFE3DC313E}" dt="2022-02-02T19:07:26.987" v="739" actId="113"/>
          <ac:spMkLst>
            <pc:docMk/>
            <pc:sldMk cId="1894620856" sldId="260"/>
            <ac:spMk id="2" creationId="{E8F75BA5-F5AD-40DC-931A-BF4C22DED5FF}"/>
          </ac:spMkLst>
        </pc:spChg>
        <pc:spChg chg="add del mod">
          <ac:chgData name="Lydia Chau" userId="4fc6d0fb391d541f" providerId="LiveId" clId="{4EC8F9C8-4C54-43C9-9EF6-E8BFE3DC313E}" dt="2022-02-02T19:09:16.141" v="744" actId="478"/>
          <ac:spMkLst>
            <pc:docMk/>
            <pc:sldMk cId="1894620856" sldId="260"/>
            <ac:spMk id="5" creationId="{30354EF9-6552-4BF0-BCCB-90CF1F34C155}"/>
          </ac:spMkLst>
        </pc:spChg>
        <pc:picChg chg="del mod">
          <ac:chgData name="Lydia Chau" userId="4fc6d0fb391d541f" providerId="LiveId" clId="{4EC8F9C8-4C54-43C9-9EF6-E8BFE3DC313E}" dt="2022-02-02T19:09:03.801" v="740" actId="478"/>
          <ac:picMkLst>
            <pc:docMk/>
            <pc:sldMk cId="1894620856" sldId="260"/>
            <ac:picMk id="4" creationId="{518E9800-992D-46C3-B36C-04518E040E1D}"/>
          </ac:picMkLst>
        </pc:picChg>
        <pc:picChg chg="add del mod modCrop">
          <ac:chgData name="Lydia Chau" userId="4fc6d0fb391d541f" providerId="LiveId" clId="{4EC8F9C8-4C54-43C9-9EF6-E8BFE3DC313E}" dt="2022-02-02T19:09:26.739" v="746" actId="478"/>
          <ac:picMkLst>
            <pc:docMk/>
            <pc:sldMk cId="1894620856" sldId="260"/>
            <ac:picMk id="7" creationId="{CD20F757-90ED-4025-849B-7A239A5BCD32}"/>
          </ac:picMkLst>
        </pc:picChg>
        <pc:picChg chg="add mod">
          <ac:chgData name="Lydia Chau" userId="4fc6d0fb391d541f" providerId="LiveId" clId="{4EC8F9C8-4C54-43C9-9EF6-E8BFE3DC313E}" dt="2022-02-02T19:09:58.866" v="748" actId="1076"/>
          <ac:picMkLst>
            <pc:docMk/>
            <pc:sldMk cId="1894620856" sldId="260"/>
            <ac:picMk id="9" creationId="{FCE0AA4F-D9A4-40B4-9F58-96C1D16059F2}"/>
          </ac:picMkLst>
        </pc:picChg>
      </pc:sldChg>
      <pc:sldChg chg="addSp modSp mod">
        <pc:chgData name="Lydia Chau" userId="4fc6d0fb391d541f" providerId="LiveId" clId="{4EC8F9C8-4C54-43C9-9EF6-E8BFE3DC313E}" dt="2022-02-02T19:34:58.645" v="941"/>
        <pc:sldMkLst>
          <pc:docMk/>
          <pc:sldMk cId="179476207" sldId="261"/>
        </pc:sldMkLst>
        <pc:spChg chg="mod">
          <ac:chgData name="Lydia Chau" userId="4fc6d0fb391d541f" providerId="LiveId" clId="{4EC8F9C8-4C54-43C9-9EF6-E8BFE3DC313E}" dt="2022-02-02T18:50:29.257" v="373"/>
          <ac:spMkLst>
            <pc:docMk/>
            <pc:sldMk cId="179476207" sldId="261"/>
            <ac:spMk id="2" creationId="{68413873-A6AC-4B4C-9B5F-19C537BE636F}"/>
          </ac:spMkLst>
        </pc:spChg>
        <pc:spChg chg="mod">
          <ac:chgData name="Lydia Chau" userId="4fc6d0fb391d541f" providerId="LiveId" clId="{4EC8F9C8-4C54-43C9-9EF6-E8BFE3DC313E}" dt="2022-02-02T19:34:58.645" v="941"/>
          <ac:spMkLst>
            <pc:docMk/>
            <pc:sldMk cId="179476207" sldId="261"/>
            <ac:spMk id="3" creationId="{0E092B1A-F2A1-4983-A75A-F7556A665ADE}"/>
          </ac:spMkLst>
        </pc:spChg>
        <pc:picChg chg="add mod modCrop">
          <ac:chgData name="Lydia Chau" userId="4fc6d0fb391d541f" providerId="LiveId" clId="{4EC8F9C8-4C54-43C9-9EF6-E8BFE3DC313E}" dt="2022-02-02T19:13:55.495" v="830" actId="14100"/>
          <ac:picMkLst>
            <pc:docMk/>
            <pc:sldMk cId="179476207" sldId="261"/>
            <ac:picMk id="5" creationId="{151875B6-61F7-48A1-AD92-84F9A6DD64FE}"/>
          </ac:picMkLst>
        </pc:picChg>
      </pc:sldChg>
      <pc:sldChg chg="del">
        <pc:chgData name="Lydia Chau" userId="4fc6d0fb391d541f" providerId="LiveId" clId="{4EC8F9C8-4C54-43C9-9EF6-E8BFE3DC313E}" dt="2022-02-02T18:44:58.661" v="339" actId="47"/>
        <pc:sldMkLst>
          <pc:docMk/>
          <pc:sldMk cId="659257912" sldId="262"/>
        </pc:sldMkLst>
      </pc:sldChg>
      <pc:sldChg chg="del">
        <pc:chgData name="Lydia Chau" userId="4fc6d0fb391d541f" providerId="LiveId" clId="{4EC8F9C8-4C54-43C9-9EF6-E8BFE3DC313E}" dt="2022-02-02T18:44:59.309" v="340" actId="47"/>
        <pc:sldMkLst>
          <pc:docMk/>
          <pc:sldMk cId="2899538054" sldId="263"/>
        </pc:sldMkLst>
      </pc:sldChg>
      <pc:sldChg chg="del">
        <pc:chgData name="Lydia Chau" userId="4fc6d0fb391d541f" providerId="LiveId" clId="{4EC8F9C8-4C54-43C9-9EF6-E8BFE3DC313E}" dt="2022-02-02T18:44:59.950" v="341" actId="47"/>
        <pc:sldMkLst>
          <pc:docMk/>
          <pc:sldMk cId="1128584600" sldId="264"/>
        </pc:sldMkLst>
      </pc:sldChg>
      <pc:sldChg chg="addSp delSp modSp mod">
        <pc:chgData name="Lydia Chau" userId="4fc6d0fb391d541f" providerId="LiveId" clId="{4EC8F9C8-4C54-43C9-9EF6-E8BFE3DC313E}" dt="2022-02-02T19:35:35.200" v="963" actId="20577"/>
        <pc:sldMkLst>
          <pc:docMk/>
          <pc:sldMk cId="2229063372" sldId="265"/>
        </pc:sldMkLst>
        <pc:spChg chg="mod">
          <ac:chgData name="Lydia Chau" userId="4fc6d0fb391d541f" providerId="LiveId" clId="{4EC8F9C8-4C54-43C9-9EF6-E8BFE3DC313E}" dt="2022-02-02T19:35:35.200" v="963" actId="20577"/>
          <ac:spMkLst>
            <pc:docMk/>
            <pc:sldMk cId="2229063372" sldId="265"/>
            <ac:spMk id="2" creationId="{77880624-6C7A-408D-B393-878D6923A647}"/>
          </ac:spMkLst>
        </pc:spChg>
        <pc:spChg chg="add del mod">
          <ac:chgData name="Lydia Chau" userId="4fc6d0fb391d541f" providerId="LiveId" clId="{4EC8F9C8-4C54-43C9-9EF6-E8BFE3DC313E}" dt="2022-02-02T19:28:59.885" v="861" actId="22"/>
          <ac:spMkLst>
            <pc:docMk/>
            <pc:sldMk cId="2229063372" sldId="265"/>
            <ac:spMk id="3" creationId="{4765E045-2F71-4C87-93F6-8C3AC56AA76E}"/>
          </ac:spMkLst>
        </pc:spChg>
        <pc:graphicFrameChg chg="add mod">
          <ac:chgData name="Lydia Chau" userId="4fc6d0fb391d541f" providerId="LiveId" clId="{4EC8F9C8-4C54-43C9-9EF6-E8BFE3DC313E}" dt="2022-02-02T19:23:45.158" v="852"/>
          <ac:graphicFrameMkLst>
            <pc:docMk/>
            <pc:sldMk cId="2229063372" sldId="265"/>
            <ac:graphicFrameMk id="4" creationId="{1197D841-9165-49EC-B818-E2177690CF24}"/>
          </ac:graphicFrameMkLst>
        </pc:graphicFrameChg>
        <pc:graphicFrameChg chg="add mod">
          <ac:chgData name="Lydia Chau" userId="4fc6d0fb391d541f" providerId="LiveId" clId="{4EC8F9C8-4C54-43C9-9EF6-E8BFE3DC313E}" dt="2022-02-02T19:23:57.556" v="855"/>
          <ac:graphicFrameMkLst>
            <pc:docMk/>
            <pc:sldMk cId="2229063372" sldId="265"/>
            <ac:graphicFrameMk id="5" creationId="{1197D841-9165-49EC-B818-E2177690CF24}"/>
          </ac:graphicFrameMkLst>
        </pc:graphicFrameChg>
        <pc:graphicFrameChg chg="add del mod">
          <ac:chgData name="Lydia Chau" userId="4fc6d0fb391d541f" providerId="LiveId" clId="{4EC8F9C8-4C54-43C9-9EF6-E8BFE3DC313E}" dt="2022-02-02T19:24:06.359" v="858" actId="478"/>
          <ac:graphicFrameMkLst>
            <pc:docMk/>
            <pc:sldMk cId="2229063372" sldId="265"/>
            <ac:graphicFrameMk id="6" creationId="{1197D841-9165-49EC-B818-E2177690CF24}"/>
          </ac:graphicFrameMkLst>
        </pc:graphicFrameChg>
        <pc:picChg chg="add mod">
          <ac:chgData name="Lydia Chau" userId="4fc6d0fb391d541f" providerId="LiveId" clId="{4EC8F9C8-4C54-43C9-9EF6-E8BFE3DC313E}" dt="2022-02-02T19:35:30.814" v="955" actId="14100"/>
          <ac:picMkLst>
            <pc:docMk/>
            <pc:sldMk cId="2229063372" sldId="265"/>
            <ac:picMk id="8" creationId="{AC3AEBE0-79B0-47B7-BBCF-F14AC86F2234}"/>
          </ac:picMkLst>
        </pc:picChg>
        <pc:picChg chg="add mod ord">
          <ac:chgData name="Lydia Chau" userId="4fc6d0fb391d541f" providerId="LiveId" clId="{4EC8F9C8-4C54-43C9-9EF6-E8BFE3DC313E}" dt="2022-02-02T19:35:28.643" v="954" actId="14100"/>
          <ac:picMkLst>
            <pc:docMk/>
            <pc:sldMk cId="2229063372" sldId="265"/>
            <ac:picMk id="10" creationId="{20C17662-8396-4F07-BE14-CD391170B46A}"/>
          </ac:picMkLst>
        </pc:picChg>
      </pc:sldChg>
      <pc:sldChg chg="addSp delSp modSp mod">
        <pc:chgData name="Lydia Chau" userId="4fc6d0fb391d541f" providerId="LiveId" clId="{4EC8F9C8-4C54-43C9-9EF6-E8BFE3DC313E}" dt="2022-02-02T19:35:41.160" v="976" actId="20577"/>
        <pc:sldMkLst>
          <pc:docMk/>
          <pc:sldMk cId="2771128655" sldId="266"/>
        </pc:sldMkLst>
        <pc:spChg chg="del mod">
          <ac:chgData name="Lydia Chau" userId="4fc6d0fb391d541f" providerId="LiveId" clId="{4EC8F9C8-4C54-43C9-9EF6-E8BFE3DC313E}" dt="2022-02-02T19:32:50.578" v="908"/>
          <ac:spMkLst>
            <pc:docMk/>
            <pc:sldMk cId="2771128655" sldId="266"/>
            <ac:spMk id="2" creationId="{C5EA5FEB-2ABF-4566-8330-0618A32DCC67}"/>
          </ac:spMkLst>
        </pc:spChg>
        <pc:spChg chg="del mod">
          <ac:chgData name="Lydia Chau" userId="4fc6d0fb391d541f" providerId="LiveId" clId="{4EC8F9C8-4C54-43C9-9EF6-E8BFE3DC313E}" dt="2022-02-02T19:32:31.211" v="878" actId="478"/>
          <ac:spMkLst>
            <pc:docMk/>
            <pc:sldMk cId="2771128655" sldId="266"/>
            <ac:spMk id="3" creationId="{4F0A0E20-DBFA-4C91-A038-610E3426896A}"/>
          </ac:spMkLst>
        </pc:spChg>
        <pc:spChg chg="add mod">
          <ac:chgData name="Lydia Chau" userId="4fc6d0fb391d541f" providerId="LiveId" clId="{4EC8F9C8-4C54-43C9-9EF6-E8BFE3DC313E}" dt="2022-02-02T19:35:41.160" v="976" actId="20577"/>
          <ac:spMkLst>
            <pc:docMk/>
            <pc:sldMk cId="2771128655" sldId="266"/>
            <ac:spMk id="10" creationId="{7303C406-9A38-46A5-AB18-67138FCAB4AB}"/>
          </ac:spMkLst>
        </pc:spChg>
        <pc:graphicFrameChg chg="add mod">
          <ac:chgData name="Lydia Chau" userId="4fc6d0fb391d541f" providerId="LiveId" clId="{4EC8F9C8-4C54-43C9-9EF6-E8BFE3DC313E}" dt="2022-02-02T19:30:09.019" v="870"/>
          <ac:graphicFrameMkLst>
            <pc:docMk/>
            <pc:sldMk cId="2771128655" sldId="266"/>
            <ac:graphicFrameMk id="4" creationId="{C734DB72-33BD-46C4-AFE6-3DC67AFAD7E1}"/>
          </ac:graphicFrameMkLst>
        </pc:graphicFrameChg>
        <pc:graphicFrameChg chg="add mod">
          <ac:chgData name="Lydia Chau" userId="4fc6d0fb391d541f" providerId="LiveId" clId="{4EC8F9C8-4C54-43C9-9EF6-E8BFE3DC313E}" dt="2022-02-02T19:32:06.803" v="877"/>
          <ac:graphicFrameMkLst>
            <pc:docMk/>
            <pc:sldMk cId="2771128655" sldId="266"/>
            <ac:graphicFrameMk id="7" creationId="{B2A0746C-929A-4A4E-A4CD-F3F7DBED35EE}"/>
          </ac:graphicFrameMkLst>
        </pc:graphicFrameChg>
        <pc:picChg chg="add mod">
          <ac:chgData name="Lydia Chau" userId="4fc6d0fb391d541f" providerId="LiveId" clId="{4EC8F9C8-4C54-43C9-9EF6-E8BFE3DC313E}" dt="2022-02-02T19:30:24.526" v="873" actId="14100"/>
          <ac:picMkLst>
            <pc:docMk/>
            <pc:sldMk cId="2771128655" sldId="266"/>
            <ac:picMk id="6" creationId="{4632A3A8-7F9D-4455-98BA-695D775B9315}"/>
          </ac:picMkLst>
        </pc:picChg>
        <pc:picChg chg="add mod">
          <ac:chgData name="Lydia Chau" userId="4fc6d0fb391d541f" providerId="LiveId" clId="{4EC8F9C8-4C54-43C9-9EF6-E8BFE3DC313E}" dt="2022-02-02T19:32:36.425" v="881" actId="14100"/>
          <ac:picMkLst>
            <pc:docMk/>
            <pc:sldMk cId="2771128655" sldId="266"/>
            <ac:picMk id="9" creationId="{AB3AC513-92E7-47FF-B528-2BFD4F19BFB3}"/>
          </ac:picMkLst>
        </pc:picChg>
      </pc:sldChg>
      <pc:sldChg chg="modSp mod ord">
        <pc:chgData name="Lydia Chau" userId="4fc6d0fb391d541f" providerId="LiveId" clId="{4EC8F9C8-4C54-43C9-9EF6-E8BFE3DC313E}" dt="2022-02-02T19:13:03.728" v="823" actId="20577"/>
        <pc:sldMkLst>
          <pc:docMk/>
          <pc:sldMk cId="2677804119" sldId="267"/>
        </pc:sldMkLst>
        <pc:spChg chg="mod">
          <ac:chgData name="Lydia Chau" userId="4fc6d0fb391d541f" providerId="LiveId" clId="{4EC8F9C8-4C54-43C9-9EF6-E8BFE3DC313E}" dt="2022-02-02T18:50:29.257" v="373"/>
          <ac:spMkLst>
            <pc:docMk/>
            <pc:sldMk cId="2677804119" sldId="267"/>
            <ac:spMk id="2" creationId="{68413873-A6AC-4B4C-9B5F-19C537BE636F}"/>
          </ac:spMkLst>
        </pc:spChg>
        <pc:spChg chg="mod">
          <ac:chgData name="Lydia Chau" userId="4fc6d0fb391d541f" providerId="LiveId" clId="{4EC8F9C8-4C54-43C9-9EF6-E8BFE3DC313E}" dt="2022-02-02T19:13:03.728" v="823" actId="20577"/>
          <ac:spMkLst>
            <pc:docMk/>
            <pc:sldMk cId="2677804119" sldId="267"/>
            <ac:spMk id="3" creationId="{0E092B1A-F2A1-4983-A75A-F7556A665ADE}"/>
          </ac:spMkLst>
        </pc:spChg>
      </pc:sldChg>
      <pc:sldChg chg="addSp modSp mod">
        <pc:chgData name="Lydia Chau" userId="4fc6d0fb391d541f" providerId="LiveId" clId="{4EC8F9C8-4C54-43C9-9EF6-E8BFE3DC313E}" dt="2022-02-02T19:43:51.268" v="1058" actId="20577"/>
        <pc:sldMkLst>
          <pc:docMk/>
          <pc:sldMk cId="2601780537" sldId="268"/>
        </pc:sldMkLst>
        <pc:spChg chg="mod">
          <ac:chgData name="Lydia Chau" userId="4fc6d0fb391d541f" providerId="LiveId" clId="{4EC8F9C8-4C54-43C9-9EF6-E8BFE3DC313E}" dt="2022-02-02T18:50:29.257" v="373"/>
          <ac:spMkLst>
            <pc:docMk/>
            <pc:sldMk cId="2601780537" sldId="268"/>
            <ac:spMk id="2" creationId="{68413873-A6AC-4B4C-9B5F-19C537BE636F}"/>
          </ac:spMkLst>
        </pc:spChg>
        <pc:spChg chg="mod">
          <ac:chgData name="Lydia Chau" userId="4fc6d0fb391d541f" providerId="LiveId" clId="{4EC8F9C8-4C54-43C9-9EF6-E8BFE3DC313E}" dt="2022-02-02T18:50:29.257" v="373"/>
          <ac:spMkLst>
            <pc:docMk/>
            <pc:sldMk cId="2601780537" sldId="268"/>
            <ac:spMk id="3" creationId="{0E092B1A-F2A1-4983-A75A-F7556A665ADE}"/>
          </ac:spMkLst>
        </pc:spChg>
        <pc:graphicFrameChg chg="add mod modGraphic">
          <ac:chgData name="Lydia Chau" userId="4fc6d0fb391d541f" providerId="LiveId" clId="{4EC8F9C8-4C54-43C9-9EF6-E8BFE3DC313E}" dt="2022-02-02T19:43:51.268" v="1058" actId="20577"/>
          <ac:graphicFrameMkLst>
            <pc:docMk/>
            <pc:sldMk cId="2601780537" sldId="268"/>
            <ac:graphicFrameMk id="4" creationId="{53763DE7-93A8-443C-A5B2-91C804AE5591}"/>
          </ac:graphicFrameMkLst>
        </pc:graphicFrameChg>
        <pc:picChg chg="add mod">
          <ac:chgData name="Lydia Chau" userId="4fc6d0fb391d541f" providerId="LiveId" clId="{4EC8F9C8-4C54-43C9-9EF6-E8BFE3DC313E}" dt="2022-02-02T19:18:38.620" v="847" actId="1076"/>
          <ac:picMkLst>
            <pc:docMk/>
            <pc:sldMk cId="2601780537" sldId="268"/>
            <ac:picMk id="5" creationId="{5105B90D-4616-46C2-941E-7719F993236F}"/>
          </ac:picMkLst>
        </pc:picChg>
      </pc:sldChg>
      <pc:sldChg chg="addSp modSp mod">
        <pc:chgData name="Lydia Chau" userId="4fc6d0fb391d541f" providerId="LiveId" clId="{4EC8F9C8-4C54-43C9-9EF6-E8BFE3DC313E}" dt="2022-02-02T19:44:04.572" v="1064" actId="20577"/>
        <pc:sldMkLst>
          <pc:docMk/>
          <pc:sldMk cId="3568969598" sldId="269"/>
        </pc:sldMkLst>
        <pc:spChg chg="mod">
          <ac:chgData name="Lydia Chau" userId="4fc6d0fb391d541f" providerId="LiveId" clId="{4EC8F9C8-4C54-43C9-9EF6-E8BFE3DC313E}" dt="2022-02-02T18:50:29.257" v="373"/>
          <ac:spMkLst>
            <pc:docMk/>
            <pc:sldMk cId="3568969598" sldId="269"/>
            <ac:spMk id="2" creationId="{68413873-A6AC-4B4C-9B5F-19C537BE636F}"/>
          </ac:spMkLst>
        </pc:spChg>
        <pc:spChg chg="mod">
          <ac:chgData name="Lydia Chau" userId="4fc6d0fb391d541f" providerId="LiveId" clId="{4EC8F9C8-4C54-43C9-9EF6-E8BFE3DC313E}" dt="2022-02-02T18:50:29.257" v="373"/>
          <ac:spMkLst>
            <pc:docMk/>
            <pc:sldMk cId="3568969598" sldId="269"/>
            <ac:spMk id="3" creationId="{0E092B1A-F2A1-4983-A75A-F7556A665ADE}"/>
          </ac:spMkLst>
        </pc:spChg>
        <pc:graphicFrameChg chg="add mod modGraphic">
          <ac:chgData name="Lydia Chau" userId="4fc6d0fb391d541f" providerId="LiveId" clId="{4EC8F9C8-4C54-43C9-9EF6-E8BFE3DC313E}" dt="2022-02-02T19:44:04.572" v="1064" actId="20577"/>
          <ac:graphicFrameMkLst>
            <pc:docMk/>
            <pc:sldMk cId="3568969598" sldId="269"/>
            <ac:graphicFrameMk id="4" creationId="{5B403386-3355-4C1D-AE71-A5B6370AA719}"/>
          </ac:graphicFrameMkLst>
        </pc:graphicFrameChg>
      </pc:sldChg>
      <pc:sldChg chg="new del">
        <pc:chgData name="Lydia Chau" userId="4fc6d0fb391d541f" providerId="LiveId" clId="{4EC8F9C8-4C54-43C9-9EF6-E8BFE3DC313E}" dt="2022-02-02T18:39:57.922" v="240" actId="2696"/>
        <pc:sldMkLst>
          <pc:docMk/>
          <pc:sldMk cId="2453073115" sldId="270"/>
        </pc:sldMkLst>
      </pc:sldChg>
      <pc:sldChg chg="addSp delSp modSp add mod ord">
        <pc:chgData name="Lydia Chau" userId="4fc6d0fb391d541f" providerId="LiveId" clId="{4EC8F9C8-4C54-43C9-9EF6-E8BFE3DC313E}" dt="2022-02-02T19:18:35.622" v="846" actId="478"/>
        <pc:sldMkLst>
          <pc:docMk/>
          <pc:sldMk cId="923455275" sldId="271"/>
        </pc:sldMkLst>
        <pc:spChg chg="mod">
          <ac:chgData name="Lydia Chau" userId="4fc6d0fb391d541f" providerId="LiveId" clId="{4EC8F9C8-4C54-43C9-9EF6-E8BFE3DC313E}" dt="2022-02-02T18:50:29.257" v="373"/>
          <ac:spMkLst>
            <pc:docMk/>
            <pc:sldMk cId="923455275" sldId="271"/>
            <ac:spMk id="2" creationId="{68413873-A6AC-4B4C-9B5F-19C537BE636F}"/>
          </ac:spMkLst>
        </pc:spChg>
        <pc:spChg chg="mod">
          <ac:chgData name="Lydia Chau" userId="4fc6d0fb391d541f" providerId="LiveId" clId="{4EC8F9C8-4C54-43C9-9EF6-E8BFE3DC313E}" dt="2022-02-02T18:50:29.257" v="373"/>
          <ac:spMkLst>
            <pc:docMk/>
            <pc:sldMk cId="923455275" sldId="271"/>
            <ac:spMk id="3" creationId="{0E092B1A-F2A1-4983-A75A-F7556A665ADE}"/>
          </ac:spMkLst>
        </pc:spChg>
        <pc:picChg chg="del">
          <ac:chgData name="Lydia Chau" userId="4fc6d0fb391d541f" providerId="LiveId" clId="{4EC8F9C8-4C54-43C9-9EF6-E8BFE3DC313E}" dt="2022-02-02T18:40:17.919" v="255" actId="478"/>
          <ac:picMkLst>
            <pc:docMk/>
            <pc:sldMk cId="923455275" sldId="271"/>
            <ac:picMk id="5" creationId="{151875B6-61F7-48A1-AD92-84F9A6DD64FE}"/>
          </ac:picMkLst>
        </pc:picChg>
        <pc:picChg chg="add mod">
          <ac:chgData name="Lydia Chau" userId="4fc6d0fb391d541f" providerId="LiveId" clId="{4EC8F9C8-4C54-43C9-9EF6-E8BFE3DC313E}" dt="2022-02-02T19:15:56.965" v="832" actId="1076"/>
          <ac:picMkLst>
            <pc:docMk/>
            <pc:sldMk cId="923455275" sldId="271"/>
            <ac:picMk id="6" creationId="{6015A422-0CEC-421B-A3AE-AF9A4FF09F68}"/>
          </ac:picMkLst>
        </pc:picChg>
        <pc:picChg chg="add del mod">
          <ac:chgData name="Lydia Chau" userId="4fc6d0fb391d541f" providerId="LiveId" clId="{4EC8F9C8-4C54-43C9-9EF6-E8BFE3DC313E}" dt="2022-02-02T18:44:04.674" v="335" actId="478"/>
          <ac:picMkLst>
            <pc:docMk/>
            <pc:sldMk cId="923455275" sldId="271"/>
            <ac:picMk id="8" creationId="{1299DB42-5B27-4BD9-A019-31D67D2D287F}"/>
          </ac:picMkLst>
        </pc:picChg>
        <pc:picChg chg="add mod modCrop">
          <ac:chgData name="Lydia Chau" userId="4fc6d0fb391d541f" providerId="LiveId" clId="{4EC8F9C8-4C54-43C9-9EF6-E8BFE3DC313E}" dt="2022-02-02T19:15:59.348" v="833" actId="1076"/>
          <ac:picMkLst>
            <pc:docMk/>
            <pc:sldMk cId="923455275" sldId="271"/>
            <ac:picMk id="10" creationId="{863B80EC-6D41-4DD2-8025-8F68044CDD4E}"/>
          </ac:picMkLst>
        </pc:picChg>
        <pc:picChg chg="add mod">
          <ac:chgData name="Lydia Chau" userId="4fc6d0fb391d541f" providerId="LiveId" clId="{4EC8F9C8-4C54-43C9-9EF6-E8BFE3DC313E}" dt="2022-02-02T19:16:01.468" v="834" actId="1076"/>
          <ac:picMkLst>
            <pc:docMk/>
            <pc:sldMk cId="923455275" sldId="271"/>
            <ac:picMk id="12" creationId="{F1738659-04E9-4676-B881-9A2E7687ADA6}"/>
          </ac:picMkLst>
        </pc:picChg>
        <pc:picChg chg="add del mod">
          <ac:chgData name="Lydia Chau" userId="4fc6d0fb391d541f" providerId="LiveId" clId="{4EC8F9C8-4C54-43C9-9EF6-E8BFE3DC313E}" dt="2022-02-02T19:18:16.456" v="836"/>
          <ac:picMkLst>
            <pc:docMk/>
            <pc:sldMk cId="923455275" sldId="271"/>
            <ac:picMk id="13" creationId="{865E914D-0F90-47C5-A791-EF363EB3E331}"/>
          </ac:picMkLst>
        </pc:picChg>
        <pc:picChg chg="add del mod">
          <ac:chgData name="Lydia Chau" userId="4fc6d0fb391d541f" providerId="LiveId" clId="{4EC8F9C8-4C54-43C9-9EF6-E8BFE3DC313E}" dt="2022-02-02T19:18:35.622" v="846" actId="478"/>
          <ac:picMkLst>
            <pc:docMk/>
            <pc:sldMk cId="923455275" sldId="271"/>
            <ac:picMk id="14" creationId="{E866E019-9726-4009-BC60-F50B8DEC20F6}"/>
          </ac:picMkLst>
        </pc:picChg>
      </pc:sldChg>
      <pc:sldChg chg="addSp delSp modSp new mod">
        <pc:chgData name="Lydia Chau" userId="4fc6d0fb391d541f" providerId="LiveId" clId="{4EC8F9C8-4C54-43C9-9EF6-E8BFE3DC313E}" dt="2022-02-02T18:58:08.481" v="698" actId="20577"/>
        <pc:sldMkLst>
          <pc:docMk/>
          <pc:sldMk cId="3684344022" sldId="272"/>
        </pc:sldMkLst>
        <pc:spChg chg="mod">
          <ac:chgData name="Lydia Chau" userId="4fc6d0fb391d541f" providerId="LiveId" clId="{4EC8F9C8-4C54-43C9-9EF6-E8BFE3DC313E}" dt="2022-02-02T18:51:03.481" v="376" actId="313"/>
          <ac:spMkLst>
            <pc:docMk/>
            <pc:sldMk cId="3684344022" sldId="272"/>
            <ac:spMk id="2" creationId="{969A1054-B89C-4812-8DBD-E70CD3872FF7}"/>
          </ac:spMkLst>
        </pc:spChg>
        <pc:spChg chg="del">
          <ac:chgData name="Lydia Chau" userId="4fc6d0fb391d541f" providerId="LiveId" clId="{4EC8F9C8-4C54-43C9-9EF6-E8BFE3DC313E}" dt="2022-02-02T18:48:41.880" v="366"/>
          <ac:spMkLst>
            <pc:docMk/>
            <pc:sldMk cId="3684344022" sldId="272"/>
            <ac:spMk id="3" creationId="{B3F02A97-182A-404F-8509-7B4C985664B8}"/>
          </ac:spMkLst>
        </pc:spChg>
        <pc:spChg chg="add mod">
          <ac:chgData name="Lydia Chau" userId="4fc6d0fb391d541f" providerId="LiveId" clId="{4EC8F9C8-4C54-43C9-9EF6-E8BFE3DC313E}" dt="2022-02-02T18:58:08.481" v="698" actId="20577"/>
          <ac:spMkLst>
            <pc:docMk/>
            <pc:sldMk cId="3684344022" sldId="272"/>
            <ac:spMk id="5" creationId="{23A5117E-8C37-48EA-8FFD-2EFF39D187DE}"/>
          </ac:spMkLst>
        </pc:spChg>
        <pc:picChg chg="add mod">
          <ac:chgData name="Lydia Chau" userId="4fc6d0fb391d541f" providerId="LiveId" clId="{4EC8F9C8-4C54-43C9-9EF6-E8BFE3DC313E}" dt="2022-02-02T18:48:46.350" v="369" actId="1076"/>
          <ac:picMkLst>
            <pc:docMk/>
            <pc:sldMk cId="3684344022" sldId="272"/>
            <ac:picMk id="4" creationId="{3A274279-47A7-4212-A1AC-B1E86A117129}"/>
          </ac:picMkLst>
        </pc:picChg>
      </pc:sldChg>
      <pc:sldChg chg="modSp new mod">
        <pc:chgData name="Lydia Chau" userId="4fc6d0fb391d541f" providerId="LiveId" clId="{4EC8F9C8-4C54-43C9-9EF6-E8BFE3DC313E}" dt="2022-02-02T19:38:42.109" v="1048" actId="20577"/>
        <pc:sldMkLst>
          <pc:docMk/>
          <pc:sldMk cId="3664024392" sldId="273"/>
        </pc:sldMkLst>
        <pc:spChg chg="mod">
          <ac:chgData name="Lydia Chau" userId="4fc6d0fb391d541f" providerId="LiveId" clId="{4EC8F9C8-4C54-43C9-9EF6-E8BFE3DC313E}" dt="2022-02-02T19:37:29.161" v="1014" actId="20577"/>
          <ac:spMkLst>
            <pc:docMk/>
            <pc:sldMk cId="3664024392" sldId="273"/>
            <ac:spMk id="2" creationId="{F50610DD-1C38-49AC-A4BB-3CE07BE476AA}"/>
          </ac:spMkLst>
        </pc:spChg>
        <pc:spChg chg="mod">
          <ac:chgData name="Lydia Chau" userId="4fc6d0fb391d541f" providerId="LiveId" clId="{4EC8F9C8-4C54-43C9-9EF6-E8BFE3DC313E}" dt="2022-02-02T19:38:42.109" v="1048" actId="20577"/>
          <ac:spMkLst>
            <pc:docMk/>
            <pc:sldMk cId="3664024392" sldId="273"/>
            <ac:spMk id="3" creationId="{2FB94535-4556-4C49-83A4-71922C4F079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93105" y="802298"/>
            <a:ext cx="8561747"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93106" y="3531204"/>
            <a:ext cx="8561746"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BC0F8C3-783E-4946-9E6A-39DA7C64BE85}" type="datetimeFigureOut">
              <a:rPr lang="en-CA" smtClean="0"/>
              <a:t>2022-02-02</a:t>
            </a:fld>
            <a:endParaRPr lang="en-CA"/>
          </a:p>
        </p:txBody>
      </p:sp>
      <p:sp>
        <p:nvSpPr>
          <p:cNvPr id="5" name="Footer Placeholder 4"/>
          <p:cNvSpPr>
            <a:spLocks noGrp="1"/>
          </p:cNvSpPr>
          <p:nvPr>
            <p:ph type="ftr" sz="quarter" idx="11"/>
          </p:nvPr>
        </p:nvSpPr>
        <p:spPr>
          <a:xfrm>
            <a:off x="2493105" y="329307"/>
            <a:ext cx="4897310" cy="309201"/>
          </a:xfrm>
        </p:spPr>
        <p:txBody>
          <a:bodyPr/>
          <a:lstStyle/>
          <a:p>
            <a:endParaRPr lang="en-CA"/>
          </a:p>
        </p:txBody>
      </p:sp>
      <p:sp>
        <p:nvSpPr>
          <p:cNvPr id="6" name="Slide Number Placeholder 5"/>
          <p:cNvSpPr>
            <a:spLocks noGrp="1"/>
          </p:cNvSpPr>
          <p:nvPr>
            <p:ph type="sldNum" sz="quarter" idx="12"/>
          </p:nvPr>
        </p:nvSpPr>
        <p:spPr>
          <a:xfrm>
            <a:off x="1437664" y="798973"/>
            <a:ext cx="811019" cy="503578"/>
          </a:xfrm>
        </p:spPr>
        <p:txBody>
          <a:bodyPr/>
          <a:lstStyle/>
          <a:p>
            <a:fld id="{2A1E11DC-E71A-45D6-9EB4-50695EDE31D7}" type="slidenum">
              <a:rPr lang="en-CA" smtClean="0"/>
              <a:t>‹#›</a:t>
            </a:fld>
            <a:endParaRPr lang="en-CA"/>
          </a:p>
        </p:txBody>
      </p:sp>
      <p:cxnSp>
        <p:nvCxnSpPr>
          <p:cNvPr id="8" name="Straight Connector 7"/>
          <p:cNvCxnSpPr/>
          <p:nvPr/>
        </p:nvCxnSpPr>
        <p:spPr>
          <a:xfrm>
            <a:off x="2334637" y="798973"/>
            <a:ext cx="0" cy="2544756"/>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42546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0F8C3-783E-4946-9E6A-39DA7C64BE85}" type="datetimeFigureOut">
              <a:rPr lang="en-CA" smtClean="0"/>
              <a:t>2022-02-02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A1E11DC-E71A-45D6-9EB4-50695EDE31D7}" type="slidenum">
              <a:rPr lang="en-CA" smtClean="0"/>
              <a:t>‹#›</a:t>
            </a:fld>
            <a:endParaRPr lang="en-CA"/>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1468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34813" y="1756130"/>
            <a:ext cx="8562580"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534695" y="3806195"/>
            <a:ext cx="8549990"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C0F8C3-783E-4946-9E6A-39DA7C64BE85}" type="datetimeFigureOut">
              <a:rPr lang="en-CA" smtClean="0"/>
              <a:t>2022-02-02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A1E11DC-E71A-45D6-9EB4-50695EDE31D7}" type="slidenum">
              <a:rPr lang="en-CA" smtClean="0"/>
              <a:t>‹#›</a:t>
            </a:fld>
            <a:endParaRPr lang="en-CA"/>
          </a:p>
        </p:txBody>
      </p:sp>
      <p:cxnSp>
        <p:nvCxnSpPr>
          <p:cNvPr id="8" name="Straight Connector 7"/>
          <p:cNvCxnSpPr/>
          <p:nvPr/>
        </p:nvCxnSpPr>
        <p:spPr>
          <a:xfrm>
            <a:off x="1371687" y="798973"/>
            <a:ext cx="0" cy="284510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11957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889"/>
            <a:ext cx="9520157"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34695" y="2010878"/>
            <a:ext cx="4608576" cy="343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54793" y="2017343"/>
            <a:ext cx="4604130"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C0F8C3-783E-4946-9E6A-39DA7C64BE85}" type="datetimeFigureOut">
              <a:rPr lang="en-CA" smtClean="0"/>
              <a:t>2022-02-02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A1E11DC-E71A-45D6-9EB4-50695EDE31D7}" type="slidenum">
              <a:rPr lang="en-CA" smtClean="0"/>
              <a:t>‹#›</a:t>
            </a:fld>
            <a:endParaRPr lang="en-CA"/>
          </a:p>
        </p:txBody>
      </p:sp>
      <p:cxnSp>
        <p:nvCxnSpPr>
          <p:cNvPr id="9" name="Straight Connector 8"/>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686619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34695" y="804163"/>
            <a:ext cx="9520157"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534695" y="2019549"/>
            <a:ext cx="4608576"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34695" y="2824269"/>
            <a:ext cx="460857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4791" y="2023003"/>
            <a:ext cx="4608576"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4792" y="2821491"/>
            <a:ext cx="4608576"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BC0F8C3-783E-4946-9E6A-39DA7C64BE85}" type="datetimeFigureOut">
              <a:rPr lang="en-CA" smtClean="0"/>
              <a:t>2022-02-02</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2A1E11DC-E71A-45D6-9EB4-50695EDE31D7}" type="slidenum">
              <a:rPr lang="en-CA" smtClean="0"/>
              <a:t>‹#›</a:t>
            </a:fld>
            <a:endParaRPr lang="en-CA"/>
          </a:p>
        </p:txBody>
      </p:sp>
      <p:cxnSp>
        <p:nvCxnSpPr>
          <p:cNvPr id="11" name="Straight Connector 10"/>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61918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BC0F8C3-783E-4946-9E6A-39DA7C64BE85}" type="datetimeFigureOut">
              <a:rPr lang="en-CA" smtClean="0"/>
              <a:t>2022-02-02</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2A1E11DC-E71A-45D6-9EB4-50695EDE31D7}" type="slidenum">
              <a:rPr lang="en-CA" smtClean="0"/>
              <a:t>‹#›</a:t>
            </a:fld>
            <a:endParaRPr lang="en-CA"/>
          </a:p>
        </p:txBody>
      </p:sp>
      <p:cxnSp>
        <p:nvCxnSpPr>
          <p:cNvPr id="7" name="Straight Connector 6"/>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397085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C0F8C3-783E-4946-9E6A-39DA7C64BE85}" type="datetimeFigureOut">
              <a:rPr lang="en-CA" smtClean="0"/>
              <a:t>2022-02-02</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2A1E11DC-E71A-45D6-9EB4-50695EDE31D7}" type="slidenum">
              <a:rPr lang="en-CA" smtClean="0"/>
              <a:t>‹#›</a:t>
            </a:fld>
            <a:endParaRPr lang="en-CA"/>
          </a:p>
        </p:txBody>
      </p:sp>
    </p:spTree>
    <p:extLst>
      <p:ext uri="{BB962C8B-B14F-4D97-AF65-F5344CB8AC3E}">
        <p14:creationId xmlns:p14="http://schemas.microsoft.com/office/powerpoint/2010/main" val="504655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34642" y="798973"/>
            <a:ext cx="3183128"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34695" y="3205491"/>
            <a:ext cx="3184989"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BC0F8C3-783E-4946-9E6A-39DA7C64BE85}" type="datetimeFigureOut">
              <a:rPr lang="en-CA" smtClean="0"/>
              <a:t>2022-02-02</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2A1E11DC-E71A-45D6-9EB4-50695EDE31D7}" type="slidenum">
              <a:rPr lang="en-CA" smtClean="0"/>
              <a:t>‹#›</a:t>
            </a:fld>
            <a:endParaRPr lang="en-CA"/>
          </a:p>
        </p:txBody>
      </p:sp>
      <p:cxnSp>
        <p:nvCxnSpPr>
          <p:cNvPr id="9" name="Straight Connector 8"/>
          <p:cNvCxnSpPr/>
          <p:nvPr/>
        </p:nvCxnSpPr>
        <p:spPr>
          <a:xfrm>
            <a:off x="1371687" y="798973"/>
            <a:ext cx="0" cy="2247117"/>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4361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a:xfrm>
              <a:off x="7477387" y="482170"/>
              <a:ext cx="4074533" cy="5149101"/>
            </a:xfrm>
            <a:prstGeom prst="rect">
              <a:avLst/>
            </a:prstGeom>
            <a:gradFill>
              <a:gsLst>
                <a:gs pos="0">
                  <a:schemeClr val="bg2">
                    <a:lumMod val="10000"/>
                  </a:schemeClr>
                </a:gs>
                <a:gs pos="100000">
                  <a:schemeClr val="bg2">
                    <a:lumMod val="10000"/>
                  </a:schemeClr>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prstMaterial="matte">
              <a:bevelT w="133350" h="50800" prst="divot"/>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535694" y="1129513"/>
            <a:ext cx="5447840"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534695" y="3145992"/>
            <a:ext cx="5440037"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534695" y="5469856"/>
            <a:ext cx="5440038" cy="320123"/>
          </a:xfrm>
        </p:spPr>
        <p:txBody>
          <a:bodyPr/>
          <a:lstStyle>
            <a:lvl1pPr algn="l">
              <a:defRPr/>
            </a:lvl1pPr>
          </a:lstStyle>
          <a:p>
            <a:fld id="{EBC0F8C3-783E-4946-9E6A-39DA7C64BE85}" type="datetimeFigureOut">
              <a:rPr lang="en-CA" smtClean="0"/>
              <a:t>2022-02-02</a:t>
            </a:fld>
            <a:endParaRPr lang="en-CA"/>
          </a:p>
        </p:txBody>
      </p:sp>
      <p:sp>
        <p:nvSpPr>
          <p:cNvPr id="6" name="Footer Placeholder 5"/>
          <p:cNvSpPr>
            <a:spLocks noGrp="1"/>
          </p:cNvSpPr>
          <p:nvPr>
            <p:ph type="ftr" sz="quarter" idx="11"/>
          </p:nvPr>
        </p:nvSpPr>
        <p:spPr>
          <a:xfrm>
            <a:off x="1534910" y="318640"/>
            <a:ext cx="5453475" cy="320931"/>
          </a:xfrm>
        </p:spPr>
        <p:txBody>
          <a:bodyPr/>
          <a:lstStyle/>
          <a:p>
            <a:endParaRPr lang="en-CA"/>
          </a:p>
        </p:txBody>
      </p:sp>
      <p:sp>
        <p:nvSpPr>
          <p:cNvPr id="7" name="Slide Number Placeholder 6"/>
          <p:cNvSpPr>
            <a:spLocks noGrp="1"/>
          </p:cNvSpPr>
          <p:nvPr>
            <p:ph type="sldNum" sz="quarter" idx="12"/>
          </p:nvPr>
        </p:nvSpPr>
        <p:spPr/>
        <p:txBody>
          <a:bodyPr/>
          <a:lstStyle/>
          <a:p>
            <a:fld id="{2A1E11DC-E71A-45D6-9EB4-50695EDE31D7}" type="slidenum">
              <a:rPr lang="en-CA" smtClean="0"/>
              <a:t>‹#›</a:t>
            </a:fld>
            <a:endParaRPr lang="en-CA"/>
          </a:p>
        </p:txBody>
      </p:sp>
      <p:cxnSp>
        <p:nvCxnSpPr>
          <p:cNvPr id="14" name="Straight Connector 13"/>
          <p:cNvCxnSpPr/>
          <p:nvPr/>
        </p:nvCxnSpPr>
        <p:spPr>
          <a:xfrm>
            <a:off x="1371687" y="798973"/>
            <a:ext cx="0" cy="2161124"/>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9625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0F8C3-783E-4946-9E6A-39DA7C64BE85}" type="datetimeFigureOut">
              <a:rPr lang="en-CA" smtClean="0"/>
              <a:t>2022-02-02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A1E11DC-E71A-45D6-9EB4-50695EDE31D7}" type="slidenum">
              <a:rPr lang="en-CA" smtClean="0"/>
              <a:t>‹#›</a:t>
            </a:fld>
            <a:endParaRPr lang="en-CA"/>
          </a:p>
        </p:txBody>
      </p:sp>
      <p:cxnSp>
        <p:nvCxnSpPr>
          <p:cNvPr id="8" name="Straight Connector 7"/>
          <p:cNvCxnSpPr/>
          <p:nvPr/>
        </p:nvCxnSpPr>
        <p:spPr>
          <a:xfrm>
            <a:off x="1371687" y="798973"/>
            <a:ext cx="0" cy="1067168"/>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57548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883863"/>
            <a:ext cx="1615742" cy="457499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34694" y="883863"/>
            <a:ext cx="7738807" cy="45749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BC0F8C3-783E-4946-9E6A-39DA7C64BE85}" type="datetimeFigureOut">
              <a:rPr lang="en-CA" smtClean="0"/>
              <a:t>2022-02-02</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2A1E11DC-E71A-45D6-9EB4-50695EDE31D7}" type="slidenum">
              <a:rPr lang="en-CA" smtClean="0"/>
              <a:t>‹#›</a:t>
            </a:fld>
            <a:endParaRPr lang="en-CA"/>
          </a:p>
        </p:txBody>
      </p:sp>
      <p:cxnSp>
        <p:nvCxnSpPr>
          <p:cNvPr id="8" name="Straight Connector 7"/>
          <p:cNvCxnSpPr/>
          <p:nvPr/>
        </p:nvCxnSpPr>
        <p:spPr>
          <a:xfrm flipH="1">
            <a:off x="9439111" y="719272"/>
            <a:ext cx="1615742" cy="0"/>
          </a:xfrm>
          <a:prstGeom prst="line">
            <a:avLst/>
          </a:prstGeom>
          <a:ln w="38100" cmpd="sng">
            <a:solidFill>
              <a:schemeClr val="accent1"/>
            </a:solidFill>
            <a:prstDash val="solid"/>
            <a:tailEnd type="non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7994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9" name="Rectangle 8"/>
          <p:cNvSpPr/>
          <p:nvPr/>
        </p:nvSpPr>
        <p:spPr>
          <a:xfrm>
            <a:off x="0" y="2015732"/>
            <a:ext cx="12192000" cy="4118829"/>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srcRect t="2769" b="-2769"/>
          <a:stretch/>
        </p:blipFill>
        <p:spPr>
          <a:xfrm>
            <a:off x="0" y="6135624"/>
            <a:ext cx="12192000" cy="742950"/>
          </a:xfrm>
          <a:prstGeom prst="rect">
            <a:avLst/>
          </a:prstGeom>
        </p:spPr>
      </p:pic>
      <p:sp>
        <p:nvSpPr>
          <p:cNvPr id="2" name="Title Placeholder 1"/>
          <p:cNvSpPr>
            <a:spLocks noGrp="1"/>
          </p:cNvSpPr>
          <p:nvPr>
            <p:ph type="title"/>
          </p:nvPr>
        </p:nvSpPr>
        <p:spPr>
          <a:xfrm>
            <a:off x="1534696" y="804519"/>
            <a:ext cx="9520158" cy="104923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534696" y="2015732"/>
            <a:ext cx="9520158"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EBC0F8C3-783E-4946-9E6A-39DA7C64BE85}" type="datetimeFigureOut">
              <a:rPr lang="en-CA" smtClean="0"/>
              <a:t>2022-02-02</a:t>
            </a:fld>
            <a:endParaRPr lang="en-CA"/>
          </a:p>
        </p:txBody>
      </p:sp>
      <p:sp>
        <p:nvSpPr>
          <p:cNvPr id="5" name="Footer Placeholder 4"/>
          <p:cNvSpPr>
            <a:spLocks noGrp="1"/>
          </p:cNvSpPr>
          <p:nvPr>
            <p:ph type="ftr" sz="quarter" idx="3"/>
          </p:nvPr>
        </p:nvSpPr>
        <p:spPr>
          <a:xfrm>
            <a:off x="1534695" y="329307"/>
            <a:ext cx="5855719"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A1E11DC-E71A-45D6-9EB4-50695EDE31D7}" type="slidenum">
              <a:rPr lang="en-CA" smtClean="0"/>
              <a:t>‹#›</a:t>
            </a:fld>
            <a:endParaRPr lang="en-CA"/>
          </a:p>
        </p:txBody>
      </p:sp>
      <p:cxnSp>
        <p:nvCxnSpPr>
          <p:cNvPr id="12" name="Straight Connector 11"/>
          <p:cNvCxnSpPr/>
          <p:nvPr/>
        </p:nvCxnSpPr>
        <p:spPr>
          <a:xfrm>
            <a:off x="0" y="6141705"/>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8270146"/>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none">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D03D-1C29-4266-B141-9EC0993BB908}"/>
              </a:ext>
            </a:extLst>
          </p:cNvPr>
          <p:cNvSpPr>
            <a:spLocks noGrp="1"/>
          </p:cNvSpPr>
          <p:nvPr>
            <p:ph type="ctrTitle"/>
          </p:nvPr>
        </p:nvSpPr>
        <p:spPr/>
        <p:txBody>
          <a:bodyPr>
            <a:normAutofit/>
          </a:bodyPr>
          <a:lstStyle/>
          <a:p>
            <a:r>
              <a:rPr lang="en-CA" sz="3200" b="1" dirty="0">
                <a:effectLst/>
                <a:latin typeface="Calibri" panose="020F0502020204030204" pitchFamily="34" charset="0"/>
                <a:ea typeface="Calibri" panose="020F0502020204030204" pitchFamily="34" charset="0"/>
              </a:rPr>
              <a:t>Deep Entity Matching for Dataset with Numeric Attributes</a:t>
            </a:r>
            <a:endParaRPr lang="en-CA" sz="3200" dirty="0"/>
          </a:p>
        </p:txBody>
      </p:sp>
      <p:sp>
        <p:nvSpPr>
          <p:cNvPr id="3" name="Subtitle 2">
            <a:extLst>
              <a:ext uri="{FF2B5EF4-FFF2-40B4-BE49-F238E27FC236}">
                <a16:creationId xmlns:a16="http://schemas.microsoft.com/office/drawing/2014/main" id="{EAE874E1-FEE3-465B-8BB4-B7148810DC6D}"/>
              </a:ext>
            </a:extLst>
          </p:cNvPr>
          <p:cNvSpPr>
            <a:spLocks noGrp="1"/>
          </p:cNvSpPr>
          <p:nvPr>
            <p:ph type="subTitle" idx="1"/>
          </p:nvPr>
        </p:nvSpPr>
        <p:spPr/>
        <p:txBody>
          <a:bodyPr/>
          <a:lstStyle/>
          <a:p>
            <a:r>
              <a:rPr lang="en-CA" dirty="0"/>
              <a:t>Lydia </a:t>
            </a:r>
            <a:r>
              <a:rPr lang="en-CA" dirty="0" err="1"/>
              <a:t>CHau</a:t>
            </a:r>
            <a:endParaRPr lang="en-CA" dirty="0"/>
          </a:p>
        </p:txBody>
      </p:sp>
    </p:spTree>
    <p:extLst>
      <p:ext uri="{BB962C8B-B14F-4D97-AF65-F5344CB8AC3E}">
        <p14:creationId xmlns:p14="http://schemas.microsoft.com/office/powerpoint/2010/main" val="38677602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57515-5550-4ED4-AA56-416AACCF3A01}"/>
              </a:ext>
            </a:extLst>
          </p:cNvPr>
          <p:cNvSpPr>
            <a:spLocks noGrp="1"/>
          </p:cNvSpPr>
          <p:nvPr>
            <p:ph type="title"/>
          </p:nvPr>
        </p:nvSpPr>
        <p:spPr/>
        <p:txBody>
          <a:bodyPr>
            <a:normAutofit/>
          </a:bodyPr>
          <a:lstStyle/>
          <a:p>
            <a:r>
              <a:rPr lang="en-CA" sz="2800" dirty="0">
                <a:effectLst/>
                <a:latin typeface="Calibri" panose="020F0502020204030204" pitchFamily="34" charset="0"/>
                <a:ea typeface="Calibri" panose="020F0502020204030204" pitchFamily="34" charset="0"/>
                <a:cs typeface="Calibri" panose="020F0502020204030204" pitchFamily="34" charset="0"/>
              </a:rPr>
              <a:t>Entity Matching (EM)</a:t>
            </a:r>
            <a:endParaRPr lang="en-CA" sz="2800" dirty="0"/>
          </a:p>
        </p:txBody>
      </p:sp>
      <p:sp>
        <p:nvSpPr>
          <p:cNvPr id="3" name="Content Placeholder 2">
            <a:extLst>
              <a:ext uri="{FF2B5EF4-FFF2-40B4-BE49-F238E27FC236}">
                <a16:creationId xmlns:a16="http://schemas.microsoft.com/office/drawing/2014/main" id="{14A14D95-632F-4E38-8C0B-98973713E25F}"/>
              </a:ext>
            </a:extLst>
          </p:cNvPr>
          <p:cNvSpPr>
            <a:spLocks noGrp="1"/>
          </p:cNvSpPr>
          <p:nvPr>
            <p:ph idx="1"/>
          </p:nvPr>
        </p:nvSpPr>
        <p:spPr/>
        <p:txBody>
          <a:bodyPr/>
          <a:lstStyle/>
          <a:p>
            <a:r>
              <a:rPr lang="en-CA" sz="2800" dirty="0">
                <a:effectLst/>
                <a:latin typeface="Calibri" panose="020F0502020204030204" pitchFamily="34" charset="0"/>
                <a:ea typeface="Calibri" panose="020F0502020204030204" pitchFamily="34" charset="0"/>
                <a:cs typeface="Calibri" panose="020F0502020204030204" pitchFamily="34" charset="0"/>
              </a:rPr>
              <a:t>Refers to the problem of determining whether two data entries refer to the same real-world entity.</a:t>
            </a:r>
          </a:p>
          <a:p>
            <a:r>
              <a:rPr lang="en-CA" sz="2800" dirty="0">
                <a:effectLst/>
                <a:latin typeface="Calibri" panose="020F0502020204030204" pitchFamily="34" charset="0"/>
                <a:ea typeface="Calibri" panose="020F0502020204030204" pitchFamily="34" charset="0"/>
                <a:cs typeface="Calibri" panose="020F0502020204030204" pitchFamily="34" charset="0"/>
              </a:rPr>
              <a:t>For example, an application of EM is to determine whether the product descriptions from Amazon dataset and Walmart dataset are referring to the same product.</a:t>
            </a:r>
            <a:br>
              <a:rPr lang="en-CA" sz="2800" dirty="0">
                <a:effectLst/>
                <a:latin typeface="Calibri" panose="020F0502020204030204" pitchFamily="34" charset="0"/>
                <a:ea typeface="Calibri" panose="020F0502020204030204" pitchFamily="34" charset="0"/>
                <a:cs typeface="Calibri" panose="020F0502020204030204" pitchFamily="34" charset="0"/>
              </a:rPr>
            </a:br>
            <a:endParaRPr lang="en-CA" dirty="0"/>
          </a:p>
        </p:txBody>
      </p:sp>
      <p:pic>
        <p:nvPicPr>
          <p:cNvPr id="5" name="Picture 4">
            <a:extLst>
              <a:ext uri="{FF2B5EF4-FFF2-40B4-BE49-F238E27FC236}">
                <a16:creationId xmlns:a16="http://schemas.microsoft.com/office/drawing/2014/main" id="{43128206-C26A-423E-B204-69BE4C122496}"/>
              </a:ext>
            </a:extLst>
          </p:cNvPr>
          <p:cNvPicPr>
            <a:picLocks noChangeAspect="1"/>
          </p:cNvPicPr>
          <p:nvPr/>
        </p:nvPicPr>
        <p:blipFill>
          <a:blip r:embed="rId2"/>
          <a:stretch>
            <a:fillRect/>
          </a:stretch>
        </p:blipFill>
        <p:spPr>
          <a:xfrm>
            <a:off x="748498" y="4816742"/>
            <a:ext cx="10695004" cy="1799431"/>
          </a:xfrm>
          <a:prstGeom prst="rect">
            <a:avLst/>
          </a:prstGeom>
        </p:spPr>
      </p:pic>
    </p:spTree>
    <p:extLst>
      <p:ext uri="{BB962C8B-B14F-4D97-AF65-F5344CB8AC3E}">
        <p14:creationId xmlns:p14="http://schemas.microsoft.com/office/powerpoint/2010/main" val="20717364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A6968-1EA6-41BD-B9D9-43ECF97BB4F2}"/>
              </a:ext>
            </a:extLst>
          </p:cNvPr>
          <p:cNvSpPr>
            <a:spLocks noGrp="1"/>
          </p:cNvSpPr>
          <p:nvPr>
            <p:ph type="title"/>
          </p:nvPr>
        </p:nvSpPr>
        <p:spPr/>
        <p:txBody>
          <a:bodyPr/>
          <a:lstStyle/>
          <a:p>
            <a:r>
              <a:rPr lang="en-CA" dirty="0"/>
              <a:t>Entity Matching Problems</a:t>
            </a:r>
          </a:p>
        </p:txBody>
      </p:sp>
      <p:sp>
        <p:nvSpPr>
          <p:cNvPr id="3" name="Content Placeholder 2">
            <a:extLst>
              <a:ext uri="{FF2B5EF4-FFF2-40B4-BE49-F238E27FC236}">
                <a16:creationId xmlns:a16="http://schemas.microsoft.com/office/drawing/2014/main" id="{AFAB900F-53F6-4510-995F-4F43EE6E0A2B}"/>
              </a:ext>
            </a:extLst>
          </p:cNvPr>
          <p:cNvSpPr>
            <a:spLocks noGrp="1"/>
          </p:cNvSpPr>
          <p:nvPr>
            <p:ph idx="1"/>
          </p:nvPr>
        </p:nvSpPr>
        <p:spPr/>
        <p:txBody>
          <a:bodyPr>
            <a:normAutofit/>
          </a:bodyPr>
          <a:lstStyle/>
          <a:p>
            <a:r>
              <a:rPr lang="en-CA" sz="3600" dirty="0">
                <a:solidFill>
                  <a:srgbClr val="0070C0"/>
                </a:solidFill>
                <a:effectLst/>
                <a:latin typeface="Calibri" panose="020F0502020204030204" pitchFamily="34" charset="0"/>
                <a:ea typeface="Calibri" panose="020F0502020204030204" pitchFamily="34" charset="0"/>
              </a:rPr>
              <a:t>Structured EM</a:t>
            </a:r>
          </a:p>
          <a:p>
            <a:r>
              <a:rPr lang="en-CA" sz="3600" dirty="0">
                <a:solidFill>
                  <a:srgbClr val="0070C0"/>
                </a:solidFill>
                <a:effectLst/>
                <a:latin typeface="Calibri" panose="020F0502020204030204" pitchFamily="34" charset="0"/>
                <a:ea typeface="Calibri" panose="020F0502020204030204" pitchFamily="34" charset="0"/>
              </a:rPr>
              <a:t>Dirty EM</a:t>
            </a:r>
          </a:p>
          <a:p>
            <a:r>
              <a:rPr lang="en-CA" sz="3600" dirty="0">
                <a:effectLst/>
                <a:latin typeface="Calibri" panose="020F0502020204030204" pitchFamily="34" charset="0"/>
                <a:ea typeface="Calibri" panose="020F0502020204030204" pitchFamily="34" charset="0"/>
              </a:rPr>
              <a:t>Textual EM</a:t>
            </a:r>
            <a:endParaRPr lang="en-CA" sz="3600" dirty="0"/>
          </a:p>
        </p:txBody>
      </p:sp>
      <p:pic>
        <p:nvPicPr>
          <p:cNvPr id="4" name="Picture 3">
            <a:extLst>
              <a:ext uri="{FF2B5EF4-FFF2-40B4-BE49-F238E27FC236}">
                <a16:creationId xmlns:a16="http://schemas.microsoft.com/office/drawing/2014/main" id="{352B255C-CEAD-4712-8F50-DBB3176DA041}"/>
              </a:ext>
            </a:extLst>
          </p:cNvPr>
          <p:cNvPicPr>
            <a:picLocks noChangeAspect="1"/>
          </p:cNvPicPr>
          <p:nvPr/>
        </p:nvPicPr>
        <p:blipFill>
          <a:blip r:embed="rId2"/>
          <a:stretch>
            <a:fillRect/>
          </a:stretch>
        </p:blipFill>
        <p:spPr>
          <a:xfrm>
            <a:off x="748498" y="4431151"/>
            <a:ext cx="10695004" cy="1799431"/>
          </a:xfrm>
          <a:prstGeom prst="rect">
            <a:avLst/>
          </a:prstGeom>
        </p:spPr>
      </p:pic>
    </p:spTree>
    <p:extLst>
      <p:ext uri="{BB962C8B-B14F-4D97-AF65-F5344CB8AC3E}">
        <p14:creationId xmlns:p14="http://schemas.microsoft.com/office/powerpoint/2010/main" val="3293770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5DFCF-393F-4276-8904-B83F25B5F95B}"/>
              </a:ext>
            </a:extLst>
          </p:cNvPr>
          <p:cNvSpPr>
            <a:spLocks noGrp="1"/>
          </p:cNvSpPr>
          <p:nvPr>
            <p:ph type="title"/>
          </p:nvPr>
        </p:nvSpPr>
        <p:spPr>
          <a:xfrm>
            <a:off x="1534696" y="804520"/>
            <a:ext cx="9520158" cy="1035298"/>
          </a:xfrm>
        </p:spPr>
        <p:txBody>
          <a:bodyPr/>
          <a:lstStyle/>
          <a:p>
            <a:r>
              <a:rPr lang="en-CA" dirty="0"/>
              <a:t>Related Work</a:t>
            </a:r>
          </a:p>
        </p:txBody>
      </p:sp>
      <p:pic>
        <p:nvPicPr>
          <p:cNvPr id="5" name="Content Placeholder 4">
            <a:extLst>
              <a:ext uri="{FF2B5EF4-FFF2-40B4-BE49-F238E27FC236}">
                <a16:creationId xmlns:a16="http://schemas.microsoft.com/office/drawing/2014/main" id="{31EBF6EE-A22D-4FA7-81F4-80CE5194809B}"/>
              </a:ext>
            </a:extLst>
          </p:cNvPr>
          <p:cNvPicPr>
            <a:picLocks noGrp="1" noChangeAspect="1"/>
          </p:cNvPicPr>
          <p:nvPr>
            <p:ph idx="1"/>
          </p:nvPr>
        </p:nvPicPr>
        <p:blipFill>
          <a:blip r:embed="rId2"/>
          <a:stretch>
            <a:fillRect/>
          </a:stretch>
        </p:blipFill>
        <p:spPr>
          <a:xfrm>
            <a:off x="6706676" y="608803"/>
            <a:ext cx="4348178" cy="5441655"/>
          </a:xfrm>
        </p:spPr>
      </p:pic>
      <p:sp>
        <p:nvSpPr>
          <p:cNvPr id="6" name="Content Placeholder 2">
            <a:extLst>
              <a:ext uri="{FF2B5EF4-FFF2-40B4-BE49-F238E27FC236}">
                <a16:creationId xmlns:a16="http://schemas.microsoft.com/office/drawing/2014/main" id="{C9897C7C-07FE-4DBD-8D60-7DB164B29D2A}"/>
              </a:ext>
            </a:extLst>
          </p:cNvPr>
          <p:cNvSpPr txBox="1">
            <a:spLocks/>
          </p:cNvSpPr>
          <p:nvPr/>
        </p:nvSpPr>
        <p:spPr>
          <a:xfrm>
            <a:off x="1534696" y="2015732"/>
            <a:ext cx="4899155" cy="3450613"/>
          </a:xfrm>
          <a:prstGeom prst="rect">
            <a:avLst/>
          </a:prstGeom>
        </p:spPr>
        <p:txBody>
          <a:bodyPr vert="horz" lIns="91440" tIns="45720" rIns="91440" bIns="45720" rtlCol="0" anchor="t">
            <a:normAutofit fontScale="850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CA" dirty="0">
                <a:latin typeface="Calibri" panose="020F0502020204030204" pitchFamily="34" charset="0"/>
                <a:ea typeface="Calibri" panose="020F0502020204030204" pitchFamily="34" charset="0"/>
              </a:rPr>
              <a:t>Use large pre-trained language model</a:t>
            </a:r>
          </a:p>
          <a:p>
            <a:r>
              <a:rPr lang="en-CA" dirty="0">
                <a:latin typeface="Calibri" panose="020F0502020204030204" pitchFamily="34" charset="0"/>
              </a:rPr>
              <a:t>E.g. BERT</a:t>
            </a:r>
          </a:p>
          <a:p>
            <a:endParaRPr lang="en-CA" dirty="0">
              <a:latin typeface="Calibri" panose="020F0502020204030204" pitchFamily="34" charset="0"/>
            </a:endParaRPr>
          </a:p>
          <a:p>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Brunner, U. and Stockinger, K., 2020. Entity matching with transformer architectures-a step forward in data integration. In </a:t>
            </a:r>
            <a:r>
              <a:rPr lang="en-CA"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International Conference on Extending Database Technology, Copenhagen, 30 March-2 April 2020</a:t>
            </a:r>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CA" sz="1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OpenProceedings</a:t>
            </a:r>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Li, Y., Li, J., </a:t>
            </a:r>
            <a:r>
              <a:rPr lang="en-CA" sz="1800"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Suhara</a:t>
            </a:r>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Y., Doan, A. and Tan, W.C., 2020. Deep entity matching with pre-trained language models. </a:t>
            </a:r>
            <a:r>
              <a:rPr lang="en-CA" sz="1800" i="1" dirty="0" err="1">
                <a:solidFill>
                  <a:srgbClr val="000000"/>
                </a:solidFill>
                <a:effectLst/>
                <a:latin typeface="Calibri" panose="020F0502020204030204" pitchFamily="34" charset="0"/>
                <a:ea typeface="Calibri" panose="020F0502020204030204" pitchFamily="34" charset="0"/>
                <a:cs typeface="Calibri" panose="020F0502020204030204" pitchFamily="34" charset="0"/>
              </a:rPr>
              <a:t>arXiv</a:t>
            </a:r>
            <a:r>
              <a:rPr lang="en-CA" sz="1800" i="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preprint arXiv:2004.00584</a:t>
            </a:r>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CA"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(DITTO)</a:t>
            </a:r>
            <a:endParaRPr lang="en-CA" sz="1800" b="1" dirty="0">
              <a:effectLst/>
              <a:latin typeface="Calibri" panose="020F0502020204030204" pitchFamily="34" charset="0"/>
              <a:ea typeface="Calibri" panose="020F0502020204030204" pitchFamily="34" charset="0"/>
              <a:cs typeface="Calibri" panose="020F0502020204030204" pitchFamily="34" charset="0"/>
            </a:endParaRPr>
          </a:p>
          <a:p>
            <a:endParaRPr lang="en-CA" dirty="0"/>
          </a:p>
        </p:txBody>
      </p:sp>
    </p:spTree>
    <p:extLst>
      <p:ext uri="{BB962C8B-B14F-4D97-AF65-F5344CB8AC3E}">
        <p14:creationId xmlns:p14="http://schemas.microsoft.com/office/powerpoint/2010/main" val="3920814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1054-B89C-4812-8DBD-E70CD3872FF7}"/>
              </a:ext>
            </a:extLst>
          </p:cNvPr>
          <p:cNvSpPr>
            <a:spLocks noGrp="1"/>
          </p:cNvSpPr>
          <p:nvPr>
            <p:ph type="title"/>
          </p:nvPr>
        </p:nvSpPr>
        <p:spPr/>
        <p:txBody>
          <a:bodyPr/>
          <a:lstStyle/>
          <a:p>
            <a:r>
              <a:rPr lang="en-CA" dirty="0"/>
              <a:t>Problem</a:t>
            </a:r>
          </a:p>
        </p:txBody>
      </p:sp>
      <p:pic>
        <p:nvPicPr>
          <p:cNvPr id="4" name="Content Placeholder 3">
            <a:extLst>
              <a:ext uri="{FF2B5EF4-FFF2-40B4-BE49-F238E27FC236}">
                <a16:creationId xmlns:a16="http://schemas.microsoft.com/office/drawing/2014/main" id="{3A274279-47A7-4212-A1AC-B1E86A117129}"/>
              </a:ext>
            </a:extLst>
          </p:cNvPr>
          <p:cNvPicPr>
            <a:picLocks noGrp="1" noChangeAspect="1"/>
          </p:cNvPicPr>
          <p:nvPr>
            <p:ph idx="1"/>
          </p:nvPr>
        </p:nvPicPr>
        <p:blipFill>
          <a:blip r:embed="rId2"/>
          <a:stretch>
            <a:fillRect/>
          </a:stretch>
        </p:blipFill>
        <p:spPr>
          <a:xfrm>
            <a:off x="838200" y="4391162"/>
            <a:ext cx="9980001" cy="1679132"/>
          </a:xfrm>
          <a:prstGeom prst="rect">
            <a:avLst/>
          </a:prstGeom>
        </p:spPr>
      </p:pic>
      <p:sp>
        <p:nvSpPr>
          <p:cNvPr id="5" name="Content Placeholder 2">
            <a:extLst>
              <a:ext uri="{FF2B5EF4-FFF2-40B4-BE49-F238E27FC236}">
                <a16:creationId xmlns:a16="http://schemas.microsoft.com/office/drawing/2014/main" id="{23A5117E-8C37-48EA-8FFD-2EFF39D187DE}"/>
              </a:ext>
            </a:extLst>
          </p:cNvPr>
          <p:cNvSpPr txBox="1">
            <a:spLocks/>
          </p:cNvSpPr>
          <p:nvPr/>
        </p:nvSpPr>
        <p:spPr>
          <a:xfrm>
            <a:off x="1534696" y="2015732"/>
            <a:ext cx="8633873" cy="3450613"/>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CA" dirty="0">
                <a:latin typeface="Calibri" panose="020F0502020204030204" pitchFamily="34" charset="0"/>
              </a:rPr>
              <a:t>The pre-trained language models are good at handling text data but not numeric data</a:t>
            </a:r>
          </a:p>
          <a:p>
            <a:r>
              <a:rPr lang="en-CA" dirty="0">
                <a:latin typeface="Calibri" panose="020F0502020204030204" pitchFamily="34" charset="0"/>
              </a:rPr>
              <a:t>In particular, currently, the BERT model does not recognize negative numbers or floating point numbers</a:t>
            </a:r>
            <a:endParaRPr lang="en-CA" dirty="0"/>
          </a:p>
        </p:txBody>
      </p:sp>
    </p:spTree>
    <p:extLst>
      <p:ext uri="{BB962C8B-B14F-4D97-AF65-F5344CB8AC3E}">
        <p14:creationId xmlns:p14="http://schemas.microsoft.com/office/powerpoint/2010/main" val="3684344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75BA5-F5AD-40DC-931A-BF4C22DED5FF}"/>
              </a:ext>
            </a:extLst>
          </p:cNvPr>
          <p:cNvSpPr>
            <a:spLocks noGrp="1"/>
          </p:cNvSpPr>
          <p:nvPr>
            <p:ph type="title"/>
          </p:nvPr>
        </p:nvSpPr>
        <p:spPr/>
        <p:txBody>
          <a:bodyPr>
            <a:normAutofit/>
          </a:bodyPr>
          <a:lstStyle/>
          <a:p>
            <a:r>
              <a:rPr lang="en-CA" dirty="0">
                <a:latin typeface="Palatino Linotype (Headings)"/>
                <a:cs typeface="Times New Roman" panose="02020603050405020304" pitchFamily="18" charset="0"/>
              </a:rPr>
              <a:t>Proposed Model</a:t>
            </a:r>
            <a:endParaRPr lang="en-CA" dirty="0">
              <a:latin typeface="Palatino Linotype (Headings)"/>
            </a:endParaRPr>
          </a:p>
        </p:txBody>
      </p:sp>
      <p:pic>
        <p:nvPicPr>
          <p:cNvPr id="9" name="Picture 8">
            <a:extLst>
              <a:ext uri="{FF2B5EF4-FFF2-40B4-BE49-F238E27FC236}">
                <a16:creationId xmlns:a16="http://schemas.microsoft.com/office/drawing/2014/main" id="{FCE0AA4F-D9A4-40B4-9F58-96C1D16059F2}"/>
              </a:ext>
            </a:extLst>
          </p:cNvPr>
          <p:cNvPicPr>
            <a:picLocks noChangeAspect="1"/>
          </p:cNvPicPr>
          <p:nvPr/>
        </p:nvPicPr>
        <p:blipFill>
          <a:blip r:embed="rId2"/>
          <a:stretch>
            <a:fillRect/>
          </a:stretch>
        </p:blipFill>
        <p:spPr>
          <a:xfrm>
            <a:off x="1803124" y="1942084"/>
            <a:ext cx="7792537" cy="3877216"/>
          </a:xfrm>
          <a:prstGeom prst="rect">
            <a:avLst/>
          </a:prstGeom>
        </p:spPr>
      </p:pic>
    </p:spTree>
    <p:extLst>
      <p:ext uri="{BB962C8B-B14F-4D97-AF65-F5344CB8AC3E}">
        <p14:creationId xmlns:p14="http://schemas.microsoft.com/office/powerpoint/2010/main" val="18946208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873-A6AC-4B4C-9B5F-19C537BE636F}"/>
              </a:ext>
            </a:extLst>
          </p:cNvPr>
          <p:cNvSpPr>
            <a:spLocks noGrp="1"/>
          </p:cNvSpPr>
          <p:nvPr>
            <p:ph type="title"/>
          </p:nvPr>
        </p:nvSpPr>
        <p:spPr/>
        <p:txBody>
          <a:bodyPr/>
          <a:lstStyle/>
          <a:p>
            <a:r>
              <a:rPr lang="en-CA" dirty="0"/>
              <a:t>Implementation Details - Numeric Attributes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E092B1A-F2A1-4983-A75A-F7556A665ADE}"/>
                  </a:ext>
                </a:extLst>
              </p:cNvPr>
              <p:cNvSpPr>
                <a:spLocks noGrp="1"/>
              </p:cNvSpPr>
              <p:nvPr>
                <p:ph idx="1"/>
              </p:nvPr>
            </p:nvSpPr>
            <p:spPr/>
            <p:txBody>
              <a:bodyPr/>
              <a:lstStyle/>
              <a:p>
                <a:pPr marL="457200" lvl="1" indent="0">
                  <a:spcBef>
                    <a:spcPts val="1200"/>
                  </a:spcBef>
                  <a:buNone/>
                </a:pPr>
                <a:r>
                  <a:rPr lang="en-CA" sz="1800" b="1" dirty="0">
                    <a:solidFill>
                      <a:srgbClr val="1F3864"/>
                    </a:solidFill>
                    <a:effectLst/>
                    <a:latin typeface="Calibri Light" panose="020F0302020204030204" pitchFamily="34" charset="0"/>
                    <a:ea typeface="Times New Roman" panose="02020603050405020304" pitchFamily="18" charset="0"/>
                    <a:cs typeface="Times New Roman" panose="02020603050405020304" pitchFamily="18" charset="0"/>
                  </a:rPr>
                  <a:t>Calculating Similarity for Numeric Attributes</a:t>
                </a:r>
              </a:p>
              <a:p>
                <a:pPr lvl="1">
                  <a:spcBef>
                    <a:spcPts val="1200"/>
                  </a:spcBef>
                </a:pPr>
                <a:r>
                  <a:rPr lang="en-CA" sz="1800" b="1" dirty="0">
                    <a:solidFill>
                      <a:srgbClr val="1F3864"/>
                    </a:solidFill>
                    <a:latin typeface="Calibri Light" panose="020F0302020204030204" pitchFamily="34" charset="0"/>
                    <a:ea typeface="Times New Roman" panose="02020603050405020304" pitchFamily="18" charset="0"/>
                    <a:cs typeface="Times New Roman" panose="02020603050405020304" pitchFamily="18" charset="0"/>
                  </a:rPr>
                  <a:t>Cosine similarity for multi-dimension numeric data</a:t>
                </a:r>
              </a:p>
              <a:p>
                <a:pPr marL="457200" lvl="1" indent="0">
                  <a:spcBef>
                    <a:spcPts val="1200"/>
                  </a:spcBef>
                  <a:buNone/>
                </a:pPr>
                <a14:m>
                  <m:oMathPara xmlns:m="http://schemas.openxmlformats.org/officeDocument/2006/math">
                    <m:oMathParaPr>
                      <m:jc m:val="centerGroup"/>
                    </m:oMathParaPr>
                    <m:oMath xmlns:m="http://schemas.openxmlformats.org/officeDocument/2006/math">
                      <m:r>
                        <a:rPr lang="en-CA" sz="1800" i="1" smtClean="0">
                          <a:effectLst/>
                          <a:latin typeface="Cambria Math" panose="02040503050406030204" pitchFamily="18" charset="0"/>
                          <a:ea typeface="Calibri" panose="020F0502020204030204" pitchFamily="34" charset="0"/>
                          <a:cs typeface="Calibri" panose="020F0502020204030204" pitchFamily="34" charset="0"/>
                        </a:rPr>
                        <m:t>𝐶𝑜𝑠</m:t>
                      </m:r>
                      <m:r>
                        <a:rPr lang="en-CA" sz="1800">
                          <a:effectLst/>
                          <a:latin typeface="Cambria Math" panose="02040503050406030204" pitchFamily="18" charset="0"/>
                          <a:ea typeface="Calibri" panose="020F0502020204030204" pitchFamily="34" charset="0"/>
                          <a:cs typeface="Calibri" panose="020F0502020204030204" pitchFamily="34" charset="0"/>
                        </a:rPr>
                        <m:t> </m:t>
                      </m:r>
                      <m:r>
                        <a:rPr lang="en-CA" sz="1800" i="1">
                          <a:effectLst/>
                          <a:latin typeface="Cambria Math" panose="02040503050406030204" pitchFamily="18" charset="0"/>
                          <a:ea typeface="Calibri" panose="020F0502020204030204" pitchFamily="34" charset="0"/>
                          <a:cs typeface="Calibri" panose="020F0502020204030204" pitchFamily="34" charset="0"/>
                        </a:rPr>
                        <m:t>𝑠𝑖𝑚𝑖𝑙𝑎𝑟𝑖𝑡𝑦</m:t>
                      </m:r>
                      <m:d>
                        <m:dPr>
                          <m:ctrlPr>
                            <a:rPr lang="en-CA" sz="1800" i="1">
                              <a:effectLst/>
                              <a:latin typeface="Cambria Math" panose="02040503050406030204" pitchFamily="18" charset="0"/>
                              <a:ea typeface="Calibri" panose="020F0502020204030204" pitchFamily="34" charset="0"/>
                              <a:cs typeface="Calibri" panose="020F0502020204030204" pitchFamily="34" charset="0"/>
                            </a:rPr>
                          </m:ctrlPr>
                        </m:dPr>
                        <m:e>
                          <m:r>
                            <a:rPr lang="en-CA" sz="1800" i="1">
                              <a:effectLst/>
                              <a:latin typeface="Cambria Math" panose="02040503050406030204" pitchFamily="18" charset="0"/>
                              <a:ea typeface="Calibri" panose="020F0502020204030204" pitchFamily="34" charset="0"/>
                              <a:cs typeface="Calibri" panose="020F0502020204030204" pitchFamily="34" charset="0"/>
                            </a:rPr>
                            <m:t>𝑋</m:t>
                          </m:r>
                          <m:r>
                            <a:rPr lang="en-CA" sz="1800">
                              <a:effectLst/>
                              <a:latin typeface="Cambria Math" panose="02040503050406030204" pitchFamily="18" charset="0"/>
                              <a:ea typeface="Calibri" panose="020F0502020204030204" pitchFamily="34" charset="0"/>
                              <a:cs typeface="Calibri" panose="020F0502020204030204" pitchFamily="34" charset="0"/>
                            </a:rPr>
                            <m:t>, </m:t>
                          </m:r>
                          <m:r>
                            <a:rPr lang="en-CA" sz="1800" i="1">
                              <a:effectLst/>
                              <a:latin typeface="Cambria Math" panose="02040503050406030204" pitchFamily="18" charset="0"/>
                              <a:ea typeface="Calibri" panose="020F0502020204030204" pitchFamily="34" charset="0"/>
                              <a:cs typeface="Calibri" panose="020F0502020204030204" pitchFamily="34" charset="0"/>
                            </a:rPr>
                            <m:t>𝑌</m:t>
                          </m:r>
                        </m:e>
                      </m:d>
                      <m:r>
                        <a:rPr lang="en-CA" sz="1800">
                          <a:effectLst/>
                          <a:latin typeface="Cambria Math" panose="02040503050406030204" pitchFamily="18" charset="0"/>
                          <a:ea typeface="Calibri" panose="020F0502020204030204" pitchFamily="34" charset="0"/>
                          <a:cs typeface="Calibri" panose="020F0502020204030204" pitchFamily="34" charset="0"/>
                        </a:rPr>
                        <m:t>= </m:t>
                      </m:r>
                      <m:f>
                        <m:fPr>
                          <m:ctrlPr>
                            <a:rPr lang="en-CA" sz="1800" i="1">
                              <a:solidFill>
                                <a:srgbClr val="555555"/>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CA" sz="1800" i="1">
                              <a:effectLst/>
                              <a:latin typeface="Cambria Math" panose="02040503050406030204" pitchFamily="18" charset="0"/>
                              <a:ea typeface="Calibri" panose="020F0502020204030204" pitchFamily="34" charset="0"/>
                              <a:cs typeface="Calibri" panose="020F0502020204030204" pitchFamily="34" charset="0"/>
                            </a:rPr>
                            <m:t>𝑋</m:t>
                          </m:r>
                          <m:r>
                            <a:rPr lang="en-CA" sz="180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r>
                            <m:rPr>
                              <m:sty m:val="p"/>
                            </m:rPr>
                            <a:rPr lang="en-CA" sz="1800">
                              <a:solidFill>
                                <a:srgbClr val="555555"/>
                              </a:solidFill>
                              <a:effectLst/>
                              <a:latin typeface="Cambria Math" panose="02040503050406030204" pitchFamily="18" charset="0"/>
                              <a:ea typeface="Calibri" panose="020F0502020204030204" pitchFamily="34" charset="0"/>
                              <a:cs typeface="Calibri" panose="020F0502020204030204" pitchFamily="34" charset="0"/>
                            </a:rPr>
                            <m:t>Y</m:t>
                          </m:r>
                        </m:num>
                        <m:den>
                          <m:d>
                            <m:dPr>
                              <m:begChr m:val="|"/>
                              <m:endChr m:val="|"/>
                              <m:ctrlPr>
                                <a:rPr lang="en-CA" sz="1800" i="1">
                                  <a:solidFill>
                                    <a:srgbClr val="555555"/>
                                  </a:solidFill>
                                  <a:effectLst/>
                                  <a:latin typeface="Cambria Math" panose="02040503050406030204" pitchFamily="18" charset="0"/>
                                  <a:ea typeface="Calibri" panose="020F0502020204030204" pitchFamily="34" charset="0"/>
                                  <a:cs typeface="Calibri" panose="020F0502020204030204" pitchFamily="34" charset="0"/>
                                </a:rPr>
                              </m:ctrlPr>
                            </m:dPr>
                            <m:e>
                              <m:d>
                                <m:dPr>
                                  <m:begChr m:val="|"/>
                                  <m:endChr m:val="|"/>
                                  <m:ctrlPr>
                                    <a:rPr lang="en-CA" sz="1800" i="1">
                                      <a:solidFill>
                                        <a:srgbClr val="555555"/>
                                      </a:solidFill>
                                      <a:effectLst/>
                                      <a:latin typeface="Cambria Math" panose="02040503050406030204" pitchFamily="18" charset="0"/>
                                      <a:ea typeface="Calibri" panose="020F0502020204030204" pitchFamily="34" charset="0"/>
                                      <a:cs typeface="Calibri" panose="020F0502020204030204" pitchFamily="34" charset="0"/>
                                    </a:rPr>
                                  </m:ctrlPr>
                                </m:dPr>
                                <m:e>
                                  <m:r>
                                    <a:rPr lang="en-CA" sz="1800" i="1">
                                      <a:solidFill>
                                        <a:srgbClr val="555555"/>
                                      </a:solidFill>
                                      <a:effectLst/>
                                      <a:latin typeface="Cambria Math" panose="02040503050406030204" pitchFamily="18" charset="0"/>
                                      <a:ea typeface="Calibri" panose="020F0502020204030204" pitchFamily="34" charset="0"/>
                                      <a:cs typeface="Calibri" panose="020F0502020204030204" pitchFamily="34" charset="0"/>
                                    </a:rPr>
                                    <m:t>𝑋</m:t>
                                  </m:r>
                                </m:e>
                              </m:d>
                            </m:e>
                          </m:d>
                          <m:r>
                            <a:rPr lang="en-CA" sz="180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d>
                            <m:dPr>
                              <m:begChr m:val="|"/>
                              <m:endChr m:val="|"/>
                              <m:ctrlPr>
                                <a:rPr lang="en-CA" sz="1800" i="1">
                                  <a:solidFill>
                                    <a:srgbClr val="555555"/>
                                  </a:solidFill>
                                  <a:effectLst/>
                                  <a:latin typeface="Cambria Math" panose="02040503050406030204" pitchFamily="18" charset="0"/>
                                  <a:ea typeface="Calibri" panose="020F0502020204030204" pitchFamily="34" charset="0"/>
                                  <a:cs typeface="Calibri" panose="020F0502020204030204" pitchFamily="34" charset="0"/>
                                </a:rPr>
                              </m:ctrlPr>
                            </m:dPr>
                            <m:e>
                              <m:r>
                                <a:rPr lang="en-CA" sz="1800" i="1">
                                  <a:solidFill>
                                    <a:srgbClr val="555555"/>
                                  </a:solidFill>
                                  <a:effectLst/>
                                  <a:latin typeface="Cambria Math" panose="02040503050406030204" pitchFamily="18" charset="0"/>
                                  <a:ea typeface="Calibri" panose="020F0502020204030204" pitchFamily="34" charset="0"/>
                                  <a:cs typeface="Calibri" panose="020F0502020204030204" pitchFamily="34" charset="0"/>
                                </a:rPr>
                                <m:t>𝑌</m:t>
                              </m:r>
                            </m:e>
                          </m:d>
                          <m:r>
                            <a:rPr lang="en-CA" sz="180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den>
                      </m:f>
                      <m:r>
                        <a:rPr lang="en-CA" sz="1800">
                          <a:solidFill>
                            <a:srgbClr val="555555"/>
                          </a:solidFill>
                          <a:effectLst/>
                          <a:latin typeface="Cambria Math" panose="02040503050406030204" pitchFamily="18" charset="0"/>
                          <a:ea typeface="Times New Roman" panose="02020603050405020304" pitchFamily="18" charset="0"/>
                          <a:cs typeface="Calibri" panose="020F0502020204030204" pitchFamily="34" charset="0"/>
                        </a:rPr>
                        <m:t> </m:t>
                      </m:r>
                    </m:oMath>
                  </m:oMathPara>
                </a14:m>
                <a:endParaRPr lang="en-CA" sz="1800" dirty="0">
                  <a:effectLst/>
                  <a:latin typeface="Calibri" panose="020F0502020204030204" pitchFamily="34" charset="0"/>
                  <a:ea typeface="Calibri" panose="020F0502020204030204" pitchFamily="34" charset="0"/>
                  <a:cs typeface="Calibri" panose="020F0502020204030204" pitchFamily="34" charset="0"/>
                </a:endParaRPr>
              </a:p>
              <a:p>
                <a:pPr lvl="1">
                  <a:spcBef>
                    <a:spcPts val="1200"/>
                  </a:spcBef>
                </a:pPr>
                <a:endParaRPr lang="en-CA" sz="1800" b="1" dirty="0">
                  <a:solidFill>
                    <a:srgbClr val="1F3864"/>
                  </a:solidFill>
                  <a:latin typeface="Calibri Light" panose="020F0302020204030204" pitchFamily="34" charset="0"/>
                  <a:ea typeface="Times New Roman" panose="02020603050405020304" pitchFamily="18" charset="0"/>
                  <a:cs typeface="Times New Roman" panose="02020603050405020304" pitchFamily="18" charset="0"/>
                </a:endParaRPr>
              </a:p>
              <a:p>
                <a:pPr lvl="1">
                  <a:spcBef>
                    <a:spcPts val="1200"/>
                  </a:spcBef>
                </a:pPr>
                <a:r>
                  <a:rPr lang="en-CA" sz="1800" b="1" dirty="0">
                    <a:solidFill>
                      <a:srgbClr val="1F3864"/>
                    </a:solidFill>
                    <a:effectLst/>
                    <a:latin typeface="Calibri Light" panose="020F0302020204030204" pitchFamily="34" charset="0"/>
                    <a:ea typeface="Times New Roman" panose="02020603050405020304" pitchFamily="18" charset="0"/>
                    <a:cs typeface="Times New Roman" panose="02020603050405020304" pitchFamily="18" charset="0"/>
                  </a:rPr>
                  <a:t>Scaled absolute difference for 1-d </a:t>
                </a:r>
                <a:r>
                  <a:rPr lang="en-CA" sz="1800" b="1" dirty="0">
                    <a:solidFill>
                      <a:srgbClr val="1F3864"/>
                    </a:solidFill>
                    <a:latin typeface="Calibri Light" panose="020F0302020204030204" pitchFamily="34" charset="0"/>
                    <a:ea typeface="Times New Roman" panose="02020603050405020304" pitchFamily="18" charset="0"/>
                    <a:cs typeface="Times New Roman" panose="02020603050405020304" pitchFamily="18" charset="0"/>
                  </a:rPr>
                  <a:t>numeric data</a:t>
                </a:r>
                <a:endParaRPr lang="en-CA" b="1" dirty="0">
                  <a:solidFill>
                    <a:srgbClr val="1F3864"/>
                  </a:solidFill>
                  <a:latin typeface="Calibri Light" panose="020F0302020204030204" pitchFamily="34" charset="0"/>
                  <a:ea typeface="Times New Roman" panose="02020603050405020304" pitchFamily="18" charset="0"/>
                  <a:cs typeface="Times New Roman" panose="02020603050405020304" pitchFamily="18" charset="0"/>
                </a:endParaRPr>
              </a:p>
              <a:p>
                <a:pPr marL="457200" lvl="1" indent="0">
                  <a:spcBef>
                    <a:spcPts val="1200"/>
                  </a:spcBef>
                  <a:buNone/>
                </a:pPr>
                <a:r>
                  <a:rPr lang="en-CA" b="0" dirty="0">
                    <a:effectLst/>
                    <a:ea typeface="Calibri" panose="020F0502020204030204" pitchFamily="34" charset="0"/>
                    <a:cs typeface="Calibri" panose="020F0502020204030204" pitchFamily="34" charset="0"/>
                  </a:rPr>
                  <a:t>			Scaled </a:t>
                </a:r>
                <a14:m>
                  <m:oMath xmlns:m="http://schemas.openxmlformats.org/officeDocument/2006/math">
                    <m:r>
                      <m:rPr>
                        <m:sty m:val="p"/>
                      </m:rPr>
                      <a:rPr lang="en-CA" b="0" i="0" smtClean="0">
                        <a:effectLst/>
                        <a:latin typeface="Cambria Math" panose="02040503050406030204" pitchFamily="18" charset="0"/>
                        <a:ea typeface="Calibri" panose="020F0502020204030204" pitchFamily="34" charset="0"/>
                        <a:cs typeface="Calibri" panose="020F0502020204030204" pitchFamily="34" charset="0"/>
                      </a:rPr>
                      <m:t>A</m:t>
                    </m:r>
                    <m:r>
                      <a:rPr lang="en-CA" b="0" i="1" smtClean="0">
                        <a:effectLst/>
                        <a:latin typeface="Cambria Math" panose="02040503050406030204" pitchFamily="18" charset="0"/>
                        <a:ea typeface="Calibri" panose="020F0502020204030204" pitchFamily="34" charset="0"/>
                        <a:cs typeface="Calibri" panose="020F0502020204030204" pitchFamily="34" charset="0"/>
                      </a:rPr>
                      <m:t>𝑏𝑠</m:t>
                    </m:r>
                    <m:r>
                      <a:rPr lang="en-CA" b="0" i="1" smtClean="0">
                        <a:effectLst/>
                        <a:latin typeface="Cambria Math" panose="02040503050406030204" pitchFamily="18" charset="0"/>
                        <a:ea typeface="Calibri" panose="020F0502020204030204" pitchFamily="34" charset="0"/>
                        <a:cs typeface="Calibri" panose="020F0502020204030204" pitchFamily="34" charset="0"/>
                      </a:rPr>
                      <m:t> </m:t>
                    </m:r>
                    <m:r>
                      <a:rPr lang="en-CA" b="0" i="1" smtClean="0">
                        <a:effectLst/>
                        <a:latin typeface="Cambria Math" panose="02040503050406030204" pitchFamily="18" charset="0"/>
                        <a:ea typeface="Calibri" panose="020F0502020204030204" pitchFamily="34" charset="0"/>
                        <a:cs typeface="Calibri" panose="020F0502020204030204" pitchFamily="34" charset="0"/>
                      </a:rPr>
                      <m:t>𝐷𝑖𝑓𝑓𝑒𝑟𝑒𝑛𝑐𝑒</m:t>
                    </m:r>
                    <m:d>
                      <m:dPr>
                        <m:ctrlPr>
                          <a:rPr lang="en-CA" i="1">
                            <a:effectLst/>
                            <a:latin typeface="Cambria Math" panose="02040503050406030204" pitchFamily="18" charset="0"/>
                            <a:ea typeface="Calibri" panose="020F0502020204030204" pitchFamily="34" charset="0"/>
                            <a:cs typeface="Calibri" panose="020F0502020204030204" pitchFamily="34" charset="0"/>
                          </a:rPr>
                        </m:ctrlPr>
                      </m:dPr>
                      <m:e>
                        <m:r>
                          <a:rPr lang="en-CA" i="1">
                            <a:effectLst/>
                            <a:latin typeface="Cambria Math" panose="02040503050406030204" pitchFamily="18" charset="0"/>
                            <a:ea typeface="Calibri" panose="020F0502020204030204" pitchFamily="34" charset="0"/>
                            <a:cs typeface="Calibri" panose="020F0502020204030204" pitchFamily="34" charset="0"/>
                          </a:rPr>
                          <m:t>𝑋</m:t>
                        </m:r>
                        <m:r>
                          <a:rPr lang="en-CA">
                            <a:effectLst/>
                            <a:latin typeface="Cambria Math" panose="02040503050406030204" pitchFamily="18" charset="0"/>
                            <a:ea typeface="Calibri" panose="020F0502020204030204" pitchFamily="34" charset="0"/>
                            <a:cs typeface="Calibri" panose="020F0502020204030204" pitchFamily="34" charset="0"/>
                          </a:rPr>
                          <m:t>, </m:t>
                        </m:r>
                        <m:r>
                          <a:rPr lang="en-CA" i="1">
                            <a:effectLst/>
                            <a:latin typeface="Cambria Math" panose="02040503050406030204" pitchFamily="18" charset="0"/>
                            <a:ea typeface="Calibri" panose="020F0502020204030204" pitchFamily="34" charset="0"/>
                            <a:cs typeface="Calibri" panose="020F0502020204030204" pitchFamily="34" charset="0"/>
                          </a:rPr>
                          <m:t>𝑌</m:t>
                        </m:r>
                      </m:e>
                    </m:d>
                    <m:r>
                      <a:rPr lang="en-CA">
                        <a:effectLst/>
                        <a:latin typeface="Cambria Math" panose="02040503050406030204" pitchFamily="18" charset="0"/>
                        <a:ea typeface="Calibri" panose="020F0502020204030204" pitchFamily="34" charset="0"/>
                        <a:cs typeface="Calibri" panose="020F0502020204030204" pitchFamily="34" charset="0"/>
                      </a:rPr>
                      <m:t>= </m:t>
                    </m:r>
                    <m:f>
                      <m:fPr>
                        <m:ctrlPr>
                          <a:rPr lang="en-CA" i="1">
                            <a:solidFill>
                              <a:srgbClr val="555555"/>
                            </a:solidFill>
                            <a:effectLst/>
                            <a:latin typeface="Cambria Math" panose="02040503050406030204" pitchFamily="18" charset="0"/>
                            <a:ea typeface="Times New Roman" panose="02020603050405020304" pitchFamily="18" charset="0"/>
                            <a:cs typeface="Calibri" panose="020F0502020204030204" pitchFamily="34" charset="0"/>
                          </a:rPr>
                        </m:ctrlPr>
                      </m:fPr>
                      <m:num>
                        <m:r>
                          <a:rPr lang="en-CA" b="0" i="1" smtClean="0">
                            <a:solidFill>
                              <a:srgbClr val="555555"/>
                            </a:solidFill>
                            <a:effectLst/>
                            <a:latin typeface="Cambria Math" panose="02040503050406030204" pitchFamily="18" charset="0"/>
                            <a:ea typeface="Times New Roman" panose="02020603050405020304" pitchFamily="18" charset="0"/>
                            <a:cs typeface="Calibri" panose="020F0502020204030204" pitchFamily="34" charset="0"/>
                          </a:rPr>
                          <m:t>|</m:t>
                        </m:r>
                        <m:r>
                          <a:rPr lang="en-CA" i="1">
                            <a:effectLst/>
                            <a:latin typeface="Cambria Math" panose="02040503050406030204" pitchFamily="18" charset="0"/>
                            <a:ea typeface="Calibri" panose="020F0502020204030204" pitchFamily="34" charset="0"/>
                            <a:cs typeface="Calibri" panose="020F0502020204030204" pitchFamily="34" charset="0"/>
                          </a:rPr>
                          <m:t>𝑋</m:t>
                        </m:r>
                        <m:r>
                          <a:rPr lang="en-CA" b="0" i="0" smtClean="0">
                            <a:effectLst/>
                            <a:latin typeface="Cambria Math" panose="02040503050406030204" pitchFamily="18" charset="0"/>
                            <a:ea typeface="Calibri" panose="020F0502020204030204" pitchFamily="34" charset="0"/>
                            <a:cs typeface="Calibri" panose="020F0502020204030204" pitchFamily="34" charset="0"/>
                          </a:rPr>
                          <m:t>−</m:t>
                        </m:r>
                        <m:r>
                          <m:rPr>
                            <m:sty m:val="p"/>
                          </m:rPr>
                          <a:rPr lang="en-CA">
                            <a:solidFill>
                              <a:srgbClr val="555555"/>
                            </a:solidFill>
                            <a:effectLst/>
                            <a:latin typeface="Cambria Math" panose="02040503050406030204" pitchFamily="18" charset="0"/>
                            <a:ea typeface="Calibri" panose="020F0502020204030204" pitchFamily="34" charset="0"/>
                            <a:cs typeface="Calibri" panose="020F0502020204030204" pitchFamily="34" charset="0"/>
                          </a:rPr>
                          <m:t>Y</m:t>
                        </m:r>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num>
                      <m:den>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𝑋</m:t>
                        </m:r>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m:t>
                        </m:r>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𝑌</m:t>
                        </m:r>
                        <m:r>
                          <a:rPr lang="en-CA" b="0" i="1" smtClean="0">
                            <a:solidFill>
                              <a:srgbClr val="555555"/>
                            </a:solidFill>
                            <a:effectLst/>
                            <a:latin typeface="Cambria Math" panose="02040503050406030204" pitchFamily="18" charset="0"/>
                            <a:ea typeface="Calibri" panose="020F0502020204030204" pitchFamily="34" charset="0"/>
                            <a:cs typeface="Calibri" panose="020F0502020204030204" pitchFamily="34" charset="0"/>
                          </a:rPr>
                          <m:t>)/2</m:t>
                        </m:r>
                      </m:den>
                    </m:f>
                    <m:r>
                      <a:rPr lang="en-CA">
                        <a:solidFill>
                          <a:srgbClr val="555555"/>
                        </a:solidFill>
                        <a:effectLst/>
                        <a:latin typeface="Cambria Math" panose="02040503050406030204" pitchFamily="18" charset="0"/>
                        <a:ea typeface="Times New Roman" panose="02020603050405020304" pitchFamily="18" charset="0"/>
                        <a:cs typeface="Calibri" panose="020F0502020204030204" pitchFamily="34" charset="0"/>
                      </a:rPr>
                      <m:t> </m:t>
                    </m:r>
                  </m:oMath>
                </a14:m>
                <a:endParaRPr lang="en-CA" dirty="0">
                  <a:effectLst/>
                  <a:latin typeface="Calibri" panose="020F0502020204030204" pitchFamily="34" charset="0"/>
                  <a:ea typeface="Calibri" panose="020F0502020204030204" pitchFamily="34" charset="0"/>
                  <a:cs typeface="Calibri" panose="020F0502020204030204" pitchFamily="34" charset="0"/>
                </a:endParaRPr>
              </a:p>
              <a:p>
                <a:endParaRPr lang="en-CA" dirty="0"/>
              </a:p>
            </p:txBody>
          </p:sp>
        </mc:Choice>
        <mc:Fallback>
          <p:sp>
            <p:nvSpPr>
              <p:cNvPr id="3" name="Content Placeholder 2">
                <a:extLst>
                  <a:ext uri="{FF2B5EF4-FFF2-40B4-BE49-F238E27FC236}">
                    <a16:creationId xmlns:a16="http://schemas.microsoft.com/office/drawing/2014/main" id="{0E092B1A-F2A1-4983-A75A-F7556A665ADE}"/>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CA">
                    <a:noFill/>
                  </a:rPr>
                  <a:t> </a:t>
                </a:r>
              </a:p>
            </p:txBody>
          </p:sp>
        </mc:Fallback>
      </mc:AlternateContent>
    </p:spTree>
    <p:extLst>
      <p:ext uri="{BB962C8B-B14F-4D97-AF65-F5344CB8AC3E}">
        <p14:creationId xmlns:p14="http://schemas.microsoft.com/office/powerpoint/2010/main" val="2677804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873-A6AC-4B4C-9B5F-19C537BE636F}"/>
              </a:ext>
            </a:extLst>
          </p:cNvPr>
          <p:cNvSpPr>
            <a:spLocks noGrp="1"/>
          </p:cNvSpPr>
          <p:nvPr>
            <p:ph type="title"/>
          </p:nvPr>
        </p:nvSpPr>
        <p:spPr/>
        <p:txBody>
          <a:bodyPr/>
          <a:lstStyle/>
          <a:p>
            <a:r>
              <a:rPr lang="en-CA" dirty="0"/>
              <a:t>Implementation Details – Text Data</a:t>
            </a:r>
          </a:p>
        </p:txBody>
      </p:sp>
      <p:sp>
        <p:nvSpPr>
          <p:cNvPr id="3" name="Content Placeholder 2">
            <a:extLst>
              <a:ext uri="{FF2B5EF4-FFF2-40B4-BE49-F238E27FC236}">
                <a16:creationId xmlns:a16="http://schemas.microsoft.com/office/drawing/2014/main" id="{0E092B1A-F2A1-4983-A75A-F7556A665ADE}"/>
              </a:ext>
            </a:extLst>
          </p:cNvPr>
          <p:cNvSpPr>
            <a:spLocks noGrp="1"/>
          </p:cNvSpPr>
          <p:nvPr>
            <p:ph idx="1"/>
          </p:nvPr>
        </p:nvSpPr>
        <p:spPr/>
        <p:txBody>
          <a:bodyPr/>
          <a:lstStyle/>
          <a:p>
            <a:r>
              <a:rPr lang="en-CA" sz="18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rPr>
              <a:t>Knowledge Injection (from DITTO)</a:t>
            </a:r>
          </a:p>
          <a:p>
            <a:pPr algn="l"/>
            <a:r>
              <a:rPr lang="en-CA" sz="1800" dirty="0">
                <a:latin typeface="LinLibertineT"/>
              </a:rPr>
              <a:t>D</a:t>
            </a:r>
            <a:r>
              <a:rPr lang="en-CA" sz="1800" b="0" i="0" u="none" strike="noStrike" baseline="0" dirty="0">
                <a:latin typeface="LinLibertineT"/>
              </a:rPr>
              <a:t>omain knowledge is </a:t>
            </a:r>
            <a:r>
              <a:rPr lang="en-US" sz="1800" b="0" i="0" u="none" strike="noStrike" baseline="0" dirty="0">
                <a:latin typeface="LinLibertineT"/>
              </a:rPr>
              <a:t>injected by highlighting important pieces of input information that may be of interest when making matching decisions.</a:t>
            </a:r>
          </a:p>
          <a:p>
            <a:pPr algn="l"/>
            <a:endParaRPr lang="en-CA" sz="14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algn="l"/>
            <a:endParaRPr lang="en-CA" sz="1400" b="1" dirty="0">
              <a:solidFill>
                <a:srgbClr val="8EAADB"/>
              </a:solidFill>
              <a:latin typeface="Calibri Light" panose="020F0302020204030204" pitchFamily="34" charset="0"/>
              <a:ea typeface="Times New Roman" panose="02020603050405020304" pitchFamily="18" charset="0"/>
              <a:cs typeface="Times New Roman" panose="02020603050405020304" pitchFamily="18" charset="0"/>
            </a:endParaRPr>
          </a:p>
          <a:p>
            <a:pPr algn="l"/>
            <a:endParaRPr lang="en-CA" sz="14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CA" sz="1800" b="1" dirty="0">
                <a:solidFill>
                  <a:srgbClr val="8EAADB"/>
                </a:solidFill>
                <a:latin typeface="Calibri Light" panose="020F0302020204030204" pitchFamily="34" charset="0"/>
                <a:cs typeface="Times New Roman" panose="02020603050405020304" pitchFamily="18" charset="0"/>
              </a:rPr>
              <a:t>Data Augmentation</a:t>
            </a:r>
            <a:r>
              <a:rPr lang="en-CA" sz="18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rPr>
              <a:t> (from DITTO)</a:t>
            </a:r>
            <a:endParaRPr lang="en-CA" sz="1800" b="1" dirty="0">
              <a:solidFill>
                <a:srgbClr val="8EAADB"/>
              </a:solidFill>
              <a:latin typeface="Calibri Light" panose="020F0302020204030204" pitchFamily="34" charset="0"/>
              <a:cs typeface="Times New Roman" panose="02020603050405020304" pitchFamily="18" charset="0"/>
            </a:endParaRPr>
          </a:p>
          <a:p>
            <a:endParaRPr lang="en-CA" dirty="0"/>
          </a:p>
        </p:txBody>
      </p:sp>
      <p:pic>
        <p:nvPicPr>
          <p:cNvPr id="5" name="Picture 4">
            <a:extLst>
              <a:ext uri="{FF2B5EF4-FFF2-40B4-BE49-F238E27FC236}">
                <a16:creationId xmlns:a16="http://schemas.microsoft.com/office/drawing/2014/main" id="{151875B6-61F7-48A1-AD92-84F9A6DD64FE}"/>
              </a:ext>
            </a:extLst>
          </p:cNvPr>
          <p:cNvPicPr>
            <a:picLocks noChangeAspect="1"/>
          </p:cNvPicPr>
          <p:nvPr/>
        </p:nvPicPr>
        <p:blipFill rotWithShape="1">
          <a:blip r:embed="rId2"/>
          <a:srcRect t="31986"/>
          <a:stretch/>
        </p:blipFill>
        <p:spPr>
          <a:xfrm>
            <a:off x="1820618" y="3220734"/>
            <a:ext cx="4594772" cy="1020760"/>
          </a:xfrm>
          <a:prstGeom prst="rect">
            <a:avLst/>
          </a:prstGeom>
        </p:spPr>
      </p:pic>
    </p:spTree>
    <p:extLst>
      <p:ext uri="{BB962C8B-B14F-4D97-AF65-F5344CB8AC3E}">
        <p14:creationId xmlns:p14="http://schemas.microsoft.com/office/powerpoint/2010/main" val="179476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873-A6AC-4B4C-9B5F-19C537BE636F}"/>
              </a:ext>
            </a:extLst>
          </p:cNvPr>
          <p:cNvSpPr>
            <a:spLocks noGrp="1"/>
          </p:cNvSpPr>
          <p:nvPr>
            <p:ph type="title"/>
          </p:nvPr>
        </p:nvSpPr>
        <p:spPr/>
        <p:txBody>
          <a:bodyPr/>
          <a:lstStyle/>
          <a:p>
            <a:r>
              <a:rPr lang="en-CA" dirty="0"/>
              <a:t>Implementation Details – Language Model</a:t>
            </a:r>
          </a:p>
        </p:txBody>
      </p:sp>
      <p:sp>
        <p:nvSpPr>
          <p:cNvPr id="3" name="Content Placeholder 2">
            <a:extLst>
              <a:ext uri="{FF2B5EF4-FFF2-40B4-BE49-F238E27FC236}">
                <a16:creationId xmlns:a16="http://schemas.microsoft.com/office/drawing/2014/main" id="{0E092B1A-F2A1-4983-A75A-F7556A665ADE}"/>
              </a:ext>
            </a:extLst>
          </p:cNvPr>
          <p:cNvSpPr>
            <a:spLocks noGrp="1"/>
          </p:cNvSpPr>
          <p:nvPr>
            <p:ph idx="1"/>
          </p:nvPr>
        </p:nvSpPr>
        <p:spPr/>
        <p:txBody>
          <a:bodyPr/>
          <a:lstStyle/>
          <a:p>
            <a:r>
              <a:rPr lang="en-CA" sz="18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rPr>
              <a:t>Input </a:t>
            </a:r>
            <a:r>
              <a:rPr lang="en-CA" sz="1800" b="1" dirty="0">
                <a:solidFill>
                  <a:srgbClr val="8EAADB"/>
                </a:solidFill>
                <a:latin typeface="Calibri Light" panose="020F0302020204030204" pitchFamily="34" charset="0"/>
                <a:ea typeface="Times New Roman" panose="02020603050405020304" pitchFamily="18" charset="0"/>
                <a:cs typeface="Times New Roman" panose="02020603050405020304" pitchFamily="18" charset="0"/>
              </a:rPr>
              <a:t>id</a:t>
            </a:r>
          </a:p>
          <a:p>
            <a:endParaRPr lang="en-CA" sz="1800" b="1" dirty="0">
              <a:solidFill>
                <a:srgbClr val="8EAADB"/>
              </a:solidFill>
              <a:latin typeface="Calibri Light" panose="020F0302020204030204" pitchFamily="34" charset="0"/>
              <a:ea typeface="Times New Roman" panose="02020603050405020304" pitchFamily="18" charset="0"/>
              <a:cs typeface="Times New Roman" panose="02020603050405020304" pitchFamily="18" charset="0"/>
            </a:endParaRPr>
          </a:p>
          <a:p>
            <a:endParaRPr lang="en-CA" sz="18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CA" sz="1800" b="1"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rPr>
              <a:t>Attention mask</a:t>
            </a:r>
          </a:p>
          <a:p>
            <a:endParaRPr lang="en-CA" sz="1800"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endParaRPr>
          </a:p>
          <a:p>
            <a:endParaRPr lang="en-CA" sz="1800" dirty="0">
              <a:solidFill>
                <a:srgbClr val="8EAADB"/>
              </a:solidFill>
              <a:effectLst/>
              <a:latin typeface="Calibri Light" panose="020F0302020204030204" pitchFamily="34" charset="0"/>
              <a:ea typeface="Times New Roman" panose="02020603050405020304" pitchFamily="18" charset="0"/>
              <a:cs typeface="Times New Roman" panose="02020603050405020304" pitchFamily="18" charset="0"/>
            </a:endParaRPr>
          </a:p>
          <a:p>
            <a:r>
              <a:rPr lang="en-CA" sz="1800" b="1" dirty="0">
                <a:solidFill>
                  <a:srgbClr val="8EAADB"/>
                </a:solidFill>
                <a:latin typeface="Calibri Light" panose="020F0302020204030204" pitchFamily="34" charset="0"/>
                <a:cs typeface="Times New Roman" panose="02020603050405020304" pitchFamily="18" charset="0"/>
              </a:rPr>
              <a:t>Segment id</a:t>
            </a:r>
          </a:p>
          <a:p>
            <a:endParaRPr lang="en-CA" dirty="0"/>
          </a:p>
        </p:txBody>
      </p:sp>
      <p:pic>
        <p:nvPicPr>
          <p:cNvPr id="6" name="Picture 5">
            <a:extLst>
              <a:ext uri="{FF2B5EF4-FFF2-40B4-BE49-F238E27FC236}">
                <a16:creationId xmlns:a16="http://schemas.microsoft.com/office/drawing/2014/main" id="{6015A422-0CEC-421B-A3AE-AF9A4FF09F68}"/>
              </a:ext>
            </a:extLst>
          </p:cNvPr>
          <p:cNvPicPr>
            <a:picLocks noChangeAspect="1"/>
          </p:cNvPicPr>
          <p:nvPr/>
        </p:nvPicPr>
        <p:blipFill>
          <a:blip r:embed="rId2"/>
          <a:stretch>
            <a:fillRect/>
          </a:stretch>
        </p:blipFill>
        <p:spPr>
          <a:xfrm>
            <a:off x="1582564" y="2424660"/>
            <a:ext cx="4712211" cy="323864"/>
          </a:xfrm>
          <a:prstGeom prst="rect">
            <a:avLst/>
          </a:prstGeom>
        </p:spPr>
      </p:pic>
      <p:pic>
        <p:nvPicPr>
          <p:cNvPr id="10" name="Picture 9">
            <a:extLst>
              <a:ext uri="{FF2B5EF4-FFF2-40B4-BE49-F238E27FC236}">
                <a16:creationId xmlns:a16="http://schemas.microsoft.com/office/drawing/2014/main" id="{863B80EC-6D41-4DD2-8025-8F68044CDD4E}"/>
              </a:ext>
            </a:extLst>
          </p:cNvPr>
          <p:cNvPicPr>
            <a:picLocks noChangeAspect="1"/>
          </p:cNvPicPr>
          <p:nvPr/>
        </p:nvPicPr>
        <p:blipFill rotWithShape="1">
          <a:blip r:embed="rId3"/>
          <a:srcRect b="3664"/>
          <a:stretch/>
        </p:blipFill>
        <p:spPr>
          <a:xfrm>
            <a:off x="1534696" y="3818686"/>
            <a:ext cx="6605992" cy="702153"/>
          </a:xfrm>
          <a:prstGeom prst="rect">
            <a:avLst/>
          </a:prstGeom>
        </p:spPr>
      </p:pic>
      <p:pic>
        <p:nvPicPr>
          <p:cNvPr id="12" name="Picture 11">
            <a:extLst>
              <a:ext uri="{FF2B5EF4-FFF2-40B4-BE49-F238E27FC236}">
                <a16:creationId xmlns:a16="http://schemas.microsoft.com/office/drawing/2014/main" id="{F1738659-04E9-4676-B881-9A2E7687ADA6}"/>
              </a:ext>
            </a:extLst>
          </p:cNvPr>
          <p:cNvPicPr>
            <a:picLocks noChangeAspect="1"/>
          </p:cNvPicPr>
          <p:nvPr/>
        </p:nvPicPr>
        <p:blipFill>
          <a:blip r:embed="rId4"/>
          <a:stretch>
            <a:fillRect/>
          </a:stretch>
        </p:blipFill>
        <p:spPr>
          <a:xfrm>
            <a:off x="1534696" y="5224820"/>
            <a:ext cx="5965427" cy="732362"/>
          </a:xfrm>
          <a:prstGeom prst="rect">
            <a:avLst/>
          </a:prstGeom>
        </p:spPr>
      </p:pic>
    </p:spTree>
    <p:extLst>
      <p:ext uri="{BB962C8B-B14F-4D97-AF65-F5344CB8AC3E}">
        <p14:creationId xmlns:p14="http://schemas.microsoft.com/office/powerpoint/2010/main" val="923455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873-A6AC-4B4C-9B5F-19C537BE636F}"/>
              </a:ext>
            </a:extLst>
          </p:cNvPr>
          <p:cNvSpPr>
            <a:spLocks noGrp="1"/>
          </p:cNvSpPr>
          <p:nvPr>
            <p:ph type="title"/>
          </p:nvPr>
        </p:nvSpPr>
        <p:spPr/>
        <p:txBody>
          <a:bodyPr/>
          <a:lstStyle/>
          <a:p>
            <a:r>
              <a:rPr lang="en-CA" dirty="0"/>
              <a:t>Implementation Details - Classifier</a:t>
            </a:r>
          </a:p>
        </p:txBody>
      </p:sp>
      <p:sp>
        <p:nvSpPr>
          <p:cNvPr id="3" name="Content Placeholder 2">
            <a:extLst>
              <a:ext uri="{FF2B5EF4-FFF2-40B4-BE49-F238E27FC236}">
                <a16:creationId xmlns:a16="http://schemas.microsoft.com/office/drawing/2014/main" id="{0E092B1A-F2A1-4983-A75A-F7556A665ADE}"/>
              </a:ext>
            </a:extLst>
          </p:cNvPr>
          <p:cNvSpPr>
            <a:spLocks noGrp="1"/>
          </p:cNvSpPr>
          <p:nvPr>
            <p:ph idx="1"/>
          </p:nvPr>
        </p:nvSpPr>
        <p:spPr/>
        <p:txBody>
          <a:bodyPr/>
          <a:lstStyle/>
          <a:p>
            <a:pPr marL="457200" lvl="1" indent="0">
              <a:spcBef>
                <a:spcPts val="1200"/>
              </a:spcBef>
              <a:buNone/>
            </a:pPr>
            <a:r>
              <a:rPr lang="en-CA" sz="1800" b="1" dirty="0">
                <a:solidFill>
                  <a:srgbClr val="1F3864"/>
                </a:solidFill>
                <a:effectLst/>
                <a:latin typeface="Calibri Light" panose="020F0302020204030204" pitchFamily="34" charset="0"/>
                <a:ea typeface="Times New Roman" panose="02020603050405020304" pitchFamily="18" charset="0"/>
                <a:cs typeface="Times New Roman" panose="02020603050405020304" pitchFamily="18" charset="0"/>
              </a:rPr>
              <a:t>Neural Network Classifier</a:t>
            </a:r>
          </a:p>
          <a:p>
            <a:endParaRPr lang="en-CA" dirty="0"/>
          </a:p>
        </p:txBody>
      </p:sp>
      <p:graphicFrame>
        <p:nvGraphicFramePr>
          <p:cNvPr id="4" name="Table 3">
            <a:extLst>
              <a:ext uri="{FF2B5EF4-FFF2-40B4-BE49-F238E27FC236}">
                <a16:creationId xmlns:a16="http://schemas.microsoft.com/office/drawing/2014/main" id="{53763DE7-93A8-443C-A5B2-91C804AE5591}"/>
              </a:ext>
            </a:extLst>
          </p:cNvPr>
          <p:cNvGraphicFramePr>
            <a:graphicFrameLocks noGrp="1"/>
          </p:cNvGraphicFramePr>
          <p:nvPr>
            <p:extLst>
              <p:ext uri="{D42A27DB-BD31-4B8C-83A1-F6EECF244321}">
                <p14:modId xmlns:p14="http://schemas.microsoft.com/office/powerpoint/2010/main" val="2731036969"/>
              </p:ext>
            </p:extLst>
          </p:nvPr>
        </p:nvGraphicFramePr>
        <p:xfrm>
          <a:off x="1932706" y="2392104"/>
          <a:ext cx="6759602" cy="2378199"/>
        </p:xfrm>
        <a:graphic>
          <a:graphicData uri="http://schemas.openxmlformats.org/drawingml/2006/table">
            <a:tbl>
              <a:tblPr firstRow="1" firstCol="1" bandRow="1">
                <a:tableStyleId>{5C22544A-7EE6-4342-B048-85BDC9FD1C3A}</a:tableStyleId>
              </a:tblPr>
              <a:tblGrid>
                <a:gridCol w="2312772">
                  <a:extLst>
                    <a:ext uri="{9D8B030D-6E8A-4147-A177-3AD203B41FA5}">
                      <a16:colId xmlns:a16="http://schemas.microsoft.com/office/drawing/2014/main" val="3300233250"/>
                    </a:ext>
                  </a:extLst>
                </a:gridCol>
                <a:gridCol w="1746709">
                  <a:extLst>
                    <a:ext uri="{9D8B030D-6E8A-4147-A177-3AD203B41FA5}">
                      <a16:colId xmlns:a16="http://schemas.microsoft.com/office/drawing/2014/main" val="1040195621"/>
                    </a:ext>
                  </a:extLst>
                </a:gridCol>
                <a:gridCol w="2700121">
                  <a:extLst>
                    <a:ext uri="{9D8B030D-6E8A-4147-A177-3AD203B41FA5}">
                      <a16:colId xmlns:a16="http://schemas.microsoft.com/office/drawing/2014/main" val="2666829"/>
                    </a:ext>
                  </a:extLst>
                </a:gridCol>
              </a:tblGrid>
              <a:tr h="695210">
                <a:tc>
                  <a:txBody>
                    <a:bodyPr/>
                    <a:lstStyle/>
                    <a:p>
                      <a:pPr>
                        <a:lnSpc>
                          <a:spcPct val="107000"/>
                        </a:lnSpc>
                      </a:pPr>
                      <a:r>
                        <a:rPr lang="en-CA" sz="1100">
                          <a:effectLst/>
                        </a:rPr>
                        <a:t>Dataset</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Model</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Model with 1 additional hidden classification layer</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898649460"/>
                  </a:ext>
                </a:extLst>
              </a:tr>
              <a:tr h="347605">
                <a:tc>
                  <a:txBody>
                    <a:bodyPr/>
                    <a:lstStyle/>
                    <a:p>
                      <a:pPr>
                        <a:lnSpc>
                          <a:spcPct val="107000"/>
                        </a:lnSpc>
                      </a:pPr>
                      <a:r>
                        <a:rPr lang="en-CA" sz="1100">
                          <a:effectLst/>
                        </a:rPr>
                        <a:t>Dirty/iTunes-Amazon</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a:effectLst/>
                        </a:rPr>
                        <a:t>92.86%</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a:effectLst/>
                        </a:rPr>
                        <a:t>93.11%</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2623791104"/>
                  </a:ext>
                </a:extLst>
              </a:tr>
              <a:tr h="347605">
                <a:tc>
                  <a:txBody>
                    <a:bodyPr/>
                    <a:lstStyle/>
                    <a:p>
                      <a:pPr>
                        <a:lnSpc>
                          <a:spcPct val="107000"/>
                        </a:lnSpc>
                      </a:pPr>
                      <a:r>
                        <a:rPr lang="en-CA" sz="1100">
                          <a:effectLst/>
                        </a:rPr>
                        <a:t>Dirty/Walmart-Amazon</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90.16%</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90.16%</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321963571"/>
                  </a:ext>
                </a:extLst>
              </a:tr>
              <a:tr h="347605">
                <a:tc>
                  <a:txBody>
                    <a:bodyPr/>
                    <a:lstStyle/>
                    <a:p>
                      <a:pPr>
                        <a:lnSpc>
                          <a:spcPct val="107000"/>
                        </a:lnSpc>
                      </a:pPr>
                      <a:r>
                        <a:rPr lang="en-CA" sz="1100">
                          <a:effectLst/>
                        </a:rPr>
                        <a:t>Structured/Amazon-Google</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a:effectLst/>
                        </a:rPr>
                        <a:t>91.20%</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a:effectLst/>
                        </a:rPr>
                        <a:t>90.80%</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233584876"/>
                  </a:ext>
                </a:extLst>
              </a:tr>
              <a:tr h="640174">
                <a:tc>
                  <a:txBody>
                    <a:bodyPr/>
                    <a:lstStyle/>
                    <a:p>
                      <a:pPr>
                        <a:lnSpc>
                          <a:spcPct val="107000"/>
                        </a:lnSpc>
                      </a:pPr>
                      <a:r>
                        <a:rPr lang="en-CA" sz="1100">
                          <a:effectLst/>
                        </a:rPr>
                        <a:t>Structured/Walmart-Amazon</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90.49%</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89.51%</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3926621980"/>
                  </a:ext>
                </a:extLst>
              </a:tr>
            </a:tbl>
          </a:graphicData>
        </a:graphic>
      </p:graphicFrame>
      <p:pic>
        <p:nvPicPr>
          <p:cNvPr id="5" name="Picture 4">
            <a:extLst>
              <a:ext uri="{FF2B5EF4-FFF2-40B4-BE49-F238E27FC236}">
                <a16:creationId xmlns:a16="http://schemas.microsoft.com/office/drawing/2014/main" id="{5105B90D-4616-46C2-941E-7719F993236F}"/>
              </a:ext>
            </a:extLst>
          </p:cNvPr>
          <p:cNvPicPr>
            <a:picLocks noChangeAspect="1"/>
          </p:cNvPicPr>
          <p:nvPr/>
        </p:nvPicPr>
        <p:blipFill>
          <a:blip r:embed="rId2"/>
          <a:stretch>
            <a:fillRect/>
          </a:stretch>
        </p:blipFill>
        <p:spPr>
          <a:xfrm>
            <a:off x="8352904" y="4770303"/>
            <a:ext cx="3761978" cy="1871791"/>
          </a:xfrm>
          <a:prstGeom prst="rect">
            <a:avLst/>
          </a:prstGeom>
        </p:spPr>
      </p:pic>
    </p:spTree>
    <p:extLst>
      <p:ext uri="{BB962C8B-B14F-4D97-AF65-F5344CB8AC3E}">
        <p14:creationId xmlns:p14="http://schemas.microsoft.com/office/powerpoint/2010/main" val="2601780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13873-A6AC-4B4C-9B5F-19C537BE636F}"/>
              </a:ext>
            </a:extLst>
          </p:cNvPr>
          <p:cNvSpPr>
            <a:spLocks noGrp="1"/>
          </p:cNvSpPr>
          <p:nvPr>
            <p:ph type="title"/>
          </p:nvPr>
        </p:nvSpPr>
        <p:spPr/>
        <p:txBody>
          <a:bodyPr/>
          <a:lstStyle/>
          <a:p>
            <a:r>
              <a:rPr lang="en-CA" dirty="0"/>
              <a:t>Implementation Details - Sampler</a:t>
            </a:r>
          </a:p>
        </p:txBody>
      </p:sp>
      <p:sp>
        <p:nvSpPr>
          <p:cNvPr id="3" name="Content Placeholder 2">
            <a:extLst>
              <a:ext uri="{FF2B5EF4-FFF2-40B4-BE49-F238E27FC236}">
                <a16:creationId xmlns:a16="http://schemas.microsoft.com/office/drawing/2014/main" id="{0E092B1A-F2A1-4983-A75A-F7556A665ADE}"/>
              </a:ext>
            </a:extLst>
          </p:cNvPr>
          <p:cNvSpPr>
            <a:spLocks noGrp="1"/>
          </p:cNvSpPr>
          <p:nvPr>
            <p:ph idx="1"/>
          </p:nvPr>
        </p:nvSpPr>
        <p:spPr/>
        <p:txBody>
          <a:bodyPr/>
          <a:lstStyle/>
          <a:p>
            <a:pPr marL="457200" lvl="1" indent="0">
              <a:spcBef>
                <a:spcPts val="1200"/>
              </a:spcBef>
              <a:buNone/>
            </a:pPr>
            <a:r>
              <a:rPr lang="en-CA" sz="1800" b="1" dirty="0">
                <a:solidFill>
                  <a:srgbClr val="1F3864"/>
                </a:solidFill>
                <a:effectLst/>
                <a:latin typeface="Calibri Light" panose="020F0302020204030204" pitchFamily="34" charset="0"/>
                <a:ea typeface="Times New Roman" panose="02020603050405020304" pitchFamily="18" charset="0"/>
                <a:cs typeface="Times New Roman" panose="02020603050405020304" pitchFamily="18" charset="0"/>
              </a:rPr>
              <a:t>Weighted Training Data Sampler</a:t>
            </a:r>
          </a:p>
          <a:p>
            <a:endParaRPr lang="en-CA" dirty="0"/>
          </a:p>
        </p:txBody>
      </p:sp>
      <p:graphicFrame>
        <p:nvGraphicFramePr>
          <p:cNvPr id="4" name="Table 3">
            <a:extLst>
              <a:ext uri="{FF2B5EF4-FFF2-40B4-BE49-F238E27FC236}">
                <a16:creationId xmlns:a16="http://schemas.microsoft.com/office/drawing/2014/main" id="{5B403386-3355-4C1D-AE71-A5B6370AA719}"/>
              </a:ext>
            </a:extLst>
          </p:cNvPr>
          <p:cNvGraphicFramePr>
            <a:graphicFrameLocks noGrp="1"/>
          </p:cNvGraphicFramePr>
          <p:nvPr>
            <p:extLst>
              <p:ext uri="{D42A27DB-BD31-4B8C-83A1-F6EECF244321}">
                <p14:modId xmlns:p14="http://schemas.microsoft.com/office/powerpoint/2010/main" val="1919498184"/>
              </p:ext>
            </p:extLst>
          </p:nvPr>
        </p:nvGraphicFramePr>
        <p:xfrm>
          <a:off x="2152419" y="2879802"/>
          <a:ext cx="6594973" cy="2476046"/>
        </p:xfrm>
        <a:graphic>
          <a:graphicData uri="http://schemas.openxmlformats.org/drawingml/2006/table">
            <a:tbl>
              <a:tblPr firstRow="1" firstCol="1" bandRow="1">
                <a:tableStyleId>{5C22544A-7EE6-4342-B048-85BDC9FD1C3A}</a:tableStyleId>
              </a:tblPr>
              <a:tblGrid>
                <a:gridCol w="2576724">
                  <a:extLst>
                    <a:ext uri="{9D8B030D-6E8A-4147-A177-3AD203B41FA5}">
                      <a16:colId xmlns:a16="http://schemas.microsoft.com/office/drawing/2014/main" val="2324415991"/>
                    </a:ext>
                  </a:extLst>
                </a:gridCol>
                <a:gridCol w="1946058">
                  <a:extLst>
                    <a:ext uri="{9D8B030D-6E8A-4147-A177-3AD203B41FA5}">
                      <a16:colId xmlns:a16="http://schemas.microsoft.com/office/drawing/2014/main" val="2108662872"/>
                    </a:ext>
                  </a:extLst>
                </a:gridCol>
                <a:gridCol w="2072191">
                  <a:extLst>
                    <a:ext uri="{9D8B030D-6E8A-4147-A177-3AD203B41FA5}">
                      <a16:colId xmlns:a16="http://schemas.microsoft.com/office/drawing/2014/main" val="809519397"/>
                    </a:ext>
                  </a:extLst>
                </a:gridCol>
              </a:tblGrid>
              <a:tr h="723813">
                <a:tc>
                  <a:txBody>
                    <a:bodyPr/>
                    <a:lstStyle/>
                    <a:p>
                      <a:pPr>
                        <a:lnSpc>
                          <a:spcPct val="107000"/>
                        </a:lnSpc>
                      </a:pPr>
                      <a:r>
                        <a:rPr lang="en-CA" sz="1100">
                          <a:effectLst/>
                        </a:rPr>
                        <a:t>Dataset</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Model With Random Sampler</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Model Weighted Random Sampler</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4165831899"/>
                  </a:ext>
                </a:extLst>
              </a:tr>
              <a:tr h="361907">
                <a:tc>
                  <a:txBody>
                    <a:bodyPr/>
                    <a:lstStyle/>
                    <a:p>
                      <a:pPr>
                        <a:lnSpc>
                          <a:spcPct val="107000"/>
                        </a:lnSpc>
                      </a:pPr>
                      <a:r>
                        <a:rPr lang="en-CA" sz="1100">
                          <a:effectLst/>
                        </a:rPr>
                        <a:t>Dirty/iTunes-Amazon</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dirty="0">
                          <a:effectLst/>
                        </a:rPr>
                        <a:t>92.86%</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a:effectLst/>
                        </a:rPr>
                        <a:t>91.53%</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1927412100"/>
                  </a:ext>
                </a:extLst>
              </a:tr>
              <a:tr h="361907">
                <a:tc>
                  <a:txBody>
                    <a:bodyPr/>
                    <a:lstStyle/>
                    <a:p>
                      <a:pPr>
                        <a:lnSpc>
                          <a:spcPct val="107000"/>
                        </a:lnSpc>
                      </a:pPr>
                      <a:r>
                        <a:rPr lang="en-CA" sz="1100">
                          <a:effectLst/>
                        </a:rPr>
                        <a:t>Dirty/Walmart-Amazon</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nSpc>
                          <a:spcPct val="107000"/>
                        </a:lnSpc>
                      </a:pPr>
                      <a:r>
                        <a:rPr lang="en-CA" sz="1100">
                          <a:effectLst/>
                        </a:rPr>
                        <a:t>90.16</a:t>
                      </a:r>
                      <a:r>
                        <a:rPr lang="en-CA" sz="1100" dirty="0">
                          <a:effectLst/>
                        </a:rPr>
                        <a:t>%</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89.68%</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3470379967"/>
                  </a:ext>
                </a:extLst>
              </a:tr>
              <a:tr h="361907">
                <a:tc>
                  <a:txBody>
                    <a:bodyPr/>
                    <a:lstStyle/>
                    <a:p>
                      <a:pPr>
                        <a:lnSpc>
                          <a:spcPct val="107000"/>
                        </a:lnSpc>
                      </a:pPr>
                      <a:r>
                        <a:rPr lang="en-CA" sz="1100">
                          <a:effectLst/>
                        </a:rPr>
                        <a:t>Structured/Amazon-Google</a:t>
                      </a:r>
                      <a:endParaRPr lang="en-CA" sz="110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91.20%</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88.05%</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2998689665"/>
                  </a:ext>
                </a:extLst>
              </a:tr>
              <a:tr h="666512">
                <a:tc>
                  <a:txBody>
                    <a:bodyPr/>
                    <a:lstStyle/>
                    <a:p>
                      <a:pPr>
                        <a:lnSpc>
                          <a:spcPct val="107000"/>
                        </a:lnSpc>
                      </a:pPr>
                      <a:r>
                        <a:rPr lang="en-CA" sz="1100" dirty="0">
                          <a:effectLst/>
                        </a:rPr>
                        <a:t>Structured/Walmart-Amazon</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90.49%</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tc>
                  <a:txBody>
                    <a:bodyPr/>
                    <a:lstStyle/>
                    <a:p>
                      <a:pPr algn="l">
                        <a:lnSpc>
                          <a:spcPct val="107000"/>
                        </a:lnSpc>
                      </a:pPr>
                      <a:r>
                        <a:rPr lang="en-CA" sz="1100" dirty="0">
                          <a:effectLst/>
                        </a:rPr>
                        <a:t>90.49%</a:t>
                      </a:r>
                      <a:endParaRPr lang="en-CA" sz="1100" dirty="0">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b"/>
                </a:tc>
                <a:extLst>
                  <a:ext uri="{0D108BD9-81ED-4DB2-BD59-A6C34878D82A}">
                    <a16:rowId xmlns:a16="http://schemas.microsoft.com/office/drawing/2014/main" val="1509195044"/>
                  </a:ext>
                </a:extLst>
              </a:tr>
            </a:tbl>
          </a:graphicData>
        </a:graphic>
      </p:graphicFrame>
    </p:spTree>
    <p:extLst>
      <p:ext uri="{BB962C8B-B14F-4D97-AF65-F5344CB8AC3E}">
        <p14:creationId xmlns:p14="http://schemas.microsoft.com/office/powerpoint/2010/main" val="35689695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880624-6C7A-408D-B393-878D6923A647}"/>
              </a:ext>
            </a:extLst>
          </p:cNvPr>
          <p:cNvSpPr>
            <a:spLocks noGrp="1"/>
          </p:cNvSpPr>
          <p:nvPr>
            <p:ph type="title"/>
          </p:nvPr>
        </p:nvSpPr>
        <p:spPr/>
        <p:txBody>
          <a:bodyPr/>
          <a:lstStyle/>
          <a:p>
            <a:r>
              <a:rPr lang="en-CA" dirty="0"/>
              <a:t>Proposed Model Performance - Dirty</a:t>
            </a:r>
          </a:p>
        </p:txBody>
      </p:sp>
      <p:pic>
        <p:nvPicPr>
          <p:cNvPr id="10" name="Content Placeholder 9">
            <a:extLst>
              <a:ext uri="{FF2B5EF4-FFF2-40B4-BE49-F238E27FC236}">
                <a16:creationId xmlns:a16="http://schemas.microsoft.com/office/drawing/2014/main" id="{20C17662-8396-4F07-BE14-CD391170B46A}"/>
              </a:ext>
            </a:extLst>
          </p:cNvPr>
          <p:cNvPicPr>
            <a:picLocks noGrp="1" noChangeAspect="1"/>
          </p:cNvPicPr>
          <p:nvPr>
            <p:ph idx="1"/>
          </p:nvPr>
        </p:nvPicPr>
        <p:blipFill>
          <a:blip r:embed="rId2"/>
          <a:stretch>
            <a:fillRect/>
          </a:stretch>
        </p:blipFill>
        <p:spPr>
          <a:xfrm>
            <a:off x="6393925" y="2015732"/>
            <a:ext cx="4860599" cy="2882748"/>
          </a:xfrm>
        </p:spPr>
      </p:pic>
      <p:pic>
        <p:nvPicPr>
          <p:cNvPr id="8" name="Picture 7">
            <a:extLst>
              <a:ext uri="{FF2B5EF4-FFF2-40B4-BE49-F238E27FC236}">
                <a16:creationId xmlns:a16="http://schemas.microsoft.com/office/drawing/2014/main" id="{AC3AEBE0-79B0-47B7-BBCF-F14AC86F2234}"/>
              </a:ext>
            </a:extLst>
          </p:cNvPr>
          <p:cNvPicPr>
            <a:picLocks noChangeAspect="1"/>
          </p:cNvPicPr>
          <p:nvPr/>
        </p:nvPicPr>
        <p:blipFill>
          <a:blip r:embed="rId3"/>
          <a:stretch>
            <a:fillRect/>
          </a:stretch>
        </p:blipFill>
        <p:spPr>
          <a:xfrm>
            <a:off x="388312" y="2015732"/>
            <a:ext cx="5747602" cy="2677454"/>
          </a:xfrm>
          <a:prstGeom prst="rect">
            <a:avLst/>
          </a:prstGeom>
        </p:spPr>
      </p:pic>
    </p:spTree>
    <p:extLst>
      <p:ext uri="{BB962C8B-B14F-4D97-AF65-F5344CB8AC3E}">
        <p14:creationId xmlns:p14="http://schemas.microsoft.com/office/powerpoint/2010/main" val="22290633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32A3A8-7F9D-4455-98BA-695D775B9315}"/>
              </a:ext>
            </a:extLst>
          </p:cNvPr>
          <p:cNvPicPr>
            <a:picLocks noChangeAspect="1"/>
          </p:cNvPicPr>
          <p:nvPr/>
        </p:nvPicPr>
        <p:blipFill>
          <a:blip r:embed="rId2"/>
          <a:stretch>
            <a:fillRect/>
          </a:stretch>
        </p:blipFill>
        <p:spPr>
          <a:xfrm>
            <a:off x="1534695" y="2015732"/>
            <a:ext cx="4843081" cy="2864740"/>
          </a:xfrm>
          <a:prstGeom prst="rect">
            <a:avLst/>
          </a:prstGeom>
        </p:spPr>
      </p:pic>
      <p:pic>
        <p:nvPicPr>
          <p:cNvPr id="9" name="Picture 8">
            <a:extLst>
              <a:ext uri="{FF2B5EF4-FFF2-40B4-BE49-F238E27FC236}">
                <a16:creationId xmlns:a16="http://schemas.microsoft.com/office/drawing/2014/main" id="{AB3AC513-92E7-47FF-B528-2BFD4F19BFB3}"/>
              </a:ext>
            </a:extLst>
          </p:cNvPr>
          <p:cNvPicPr>
            <a:picLocks noChangeAspect="1"/>
          </p:cNvPicPr>
          <p:nvPr/>
        </p:nvPicPr>
        <p:blipFill>
          <a:blip r:embed="rId3"/>
          <a:stretch>
            <a:fillRect/>
          </a:stretch>
        </p:blipFill>
        <p:spPr>
          <a:xfrm>
            <a:off x="6502170" y="2015731"/>
            <a:ext cx="4753440" cy="2864739"/>
          </a:xfrm>
          <a:prstGeom prst="rect">
            <a:avLst/>
          </a:prstGeom>
        </p:spPr>
      </p:pic>
      <p:sp>
        <p:nvSpPr>
          <p:cNvPr id="10" name="Title 1">
            <a:extLst>
              <a:ext uri="{FF2B5EF4-FFF2-40B4-BE49-F238E27FC236}">
                <a16:creationId xmlns:a16="http://schemas.microsoft.com/office/drawing/2014/main" id="{7303C406-9A38-46A5-AB18-67138FCAB4AB}"/>
              </a:ext>
            </a:extLst>
          </p:cNvPr>
          <p:cNvSpPr>
            <a:spLocks noGrp="1"/>
          </p:cNvSpPr>
          <p:nvPr>
            <p:ph type="title"/>
          </p:nvPr>
        </p:nvSpPr>
        <p:spPr>
          <a:xfrm>
            <a:off x="1535113" y="804863"/>
            <a:ext cx="9520237" cy="1049337"/>
          </a:xfrm>
        </p:spPr>
        <p:txBody>
          <a:bodyPr/>
          <a:lstStyle/>
          <a:p>
            <a:r>
              <a:rPr lang="en-CA" dirty="0"/>
              <a:t>Proposed Model Performance - Structural</a:t>
            </a:r>
          </a:p>
        </p:txBody>
      </p:sp>
    </p:spTree>
    <p:extLst>
      <p:ext uri="{BB962C8B-B14F-4D97-AF65-F5344CB8AC3E}">
        <p14:creationId xmlns:p14="http://schemas.microsoft.com/office/powerpoint/2010/main" val="2771128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610DD-1C38-49AC-A4BB-3CE07BE476AA}"/>
              </a:ext>
            </a:extLst>
          </p:cNvPr>
          <p:cNvSpPr>
            <a:spLocks noGrp="1"/>
          </p:cNvSpPr>
          <p:nvPr>
            <p:ph type="title"/>
          </p:nvPr>
        </p:nvSpPr>
        <p:spPr/>
        <p:txBody>
          <a:bodyPr/>
          <a:lstStyle/>
          <a:p>
            <a:r>
              <a:rPr lang="en-CA" dirty="0"/>
              <a:t>Model Limitations/ Future Extension</a:t>
            </a:r>
          </a:p>
        </p:txBody>
      </p:sp>
      <p:sp>
        <p:nvSpPr>
          <p:cNvPr id="3" name="Content Placeholder 2">
            <a:extLst>
              <a:ext uri="{FF2B5EF4-FFF2-40B4-BE49-F238E27FC236}">
                <a16:creationId xmlns:a16="http://schemas.microsoft.com/office/drawing/2014/main" id="{2FB94535-4556-4C49-83A4-71922C4F079D}"/>
              </a:ext>
            </a:extLst>
          </p:cNvPr>
          <p:cNvSpPr>
            <a:spLocks noGrp="1"/>
          </p:cNvSpPr>
          <p:nvPr>
            <p:ph idx="1"/>
          </p:nvPr>
        </p:nvSpPr>
        <p:spPr/>
        <p:txBody>
          <a:bodyPr/>
          <a:lstStyle/>
          <a:p>
            <a:r>
              <a:rPr lang="en-CA"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current model assumes that the pair of datasets has the same attributes. In particular, the model can only match dataset with identical numeric attributes. These limitations affect the robustness of the model. </a:t>
            </a:r>
          </a:p>
          <a:p>
            <a:r>
              <a:rPr lang="en-CA" sz="1800" dirty="0">
                <a:solidFill>
                  <a:srgbClr val="000000"/>
                </a:solidFill>
                <a:latin typeface="Calibri" panose="020F0502020204030204" pitchFamily="34" charset="0"/>
                <a:ea typeface="Calibri" panose="020F0502020204030204" pitchFamily="34" charset="0"/>
              </a:rPr>
              <a:t>T</a:t>
            </a:r>
            <a:r>
              <a:rPr lang="en-CA" sz="1800" dirty="0">
                <a:solidFill>
                  <a:srgbClr val="000000"/>
                </a:solidFill>
                <a:effectLst/>
                <a:latin typeface="Calibri" panose="020F0502020204030204" pitchFamily="34" charset="0"/>
                <a:ea typeface="Calibri" panose="020F0502020204030204" pitchFamily="34" charset="0"/>
              </a:rPr>
              <a:t>he model only separately handles attributes that are completely numeric but not attributes that have a mix of text and numbers, e.g., a sentence that has number in it.</a:t>
            </a:r>
            <a:endParaRPr lang="en-CA" dirty="0"/>
          </a:p>
        </p:txBody>
      </p:sp>
    </p:spTree>
    <p:extLst>
      <p:ext uri="{BB962C8B-B14F-4D97-AF65-F5344CB8AC3E}">
        <p14:creationId xmlns:p14="http://schemas.microsoft.com/office/powerpoint/2010/main" val="3664024392"/>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EDEBE7"/>
      </a:lt2>
      <a:accent1>
        <a:srgbClr val="5FA534"/>
      </a:accent1>
      <a:accent2>
        <a:srgbClr val="DCAB34"/>
      </a:accent2>
      <a:accent3>
        <a:srgbClr val="D26D23"/>
      </a:accent3>
      <a:accent4>
        <a:srgbClr val="972323"/>
      </a:accent4>
      <a:accent5>
        <a:srgbClr val="236797"/>
      </a:accent5>
      <a:accent6>
        <a:srgbClr val="2FB6C6"/>
      </a:accent6>
      <a:hlink>
        <a:srgbClr val="8FC639"/>
      </a:hlink>
      <a:folHlink>
        <a:srgbClr val="E7C272"/>
      </a:folHlink>
    </a:clrScheme>
    <a:fontScheme name="Gallery">
      <a:majorFont>
        <a:latin typeface="Palatino Linotype" panose="020405020505050303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panose="020405020505050303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AC464412-510E-4F2B-8947-A0DDBD028997}"/>
    </a:ext>
  </a:extLst>
</a:theme>
</file>

<file path=docProps/app.xml><?xml version="1.0" encoding="utf-8"?>
<Properties xmlns="http://schemas.openxmlformats.org/officeDocument/2006/extended-properties" xmlns:vt="http://schemas.openxmlformats.org/officeDocument/2006/docPropsVTypes">
  <Template>Gallery</Template>
  <TotalTime>96</TotalTime>
  <Words>458</Words>
  <Application>Microsoft Office PowerPoint</Application>
  <PresentationFormat>Widescreen</PresentationFormat>
  <Paragraphs>80</Paragraphs>
  <Slides>14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Arial</vt:lpstr>
      <vt:lpstr>Calibri</vt:lpstr>
      <vt:lpstr>Calibri Light</vt:lpstr>
      <vt:lpstr>Cambria Math</vt:lpstr>
      <vt:lpstr>LinLibertineT</vt:lpstr>
      <vt:lpstr>Palatino Linotype</vt:lpstr>
      <vt:lpstr>Palatino Linotype (Headings)</vt:lpstr>
      <vt:lpstr>Gallery</vt:lpstr>
      <vt:lpstr>Deep Entity Matching for Dataset with Numeric Attributes</vt:lpstr>
      <vt:lpstr>Entity Matching (EM)</vt:lpstr>
      <vt:lpstr>Entity Matching Problems</vt:lpstr>
      <vt:lpstr>Related Work</vt:lpstr>
      <vt:lpstr>Problem</vt:lpstr>
      <vt:lpstr>Proposed Model</vt:lpstr>
      <vt:lpstr>Implementation Details - Numeric Attributes</vt:lpstr>
      <vt:lpstr>Implementation Details – Text Data</vt:lpstr>
      <vt:lpstr>Implementation Details – Language Model</vt:lpstr>
      <vt:lpstr>Implementation Details - Classifier</vt:lpstr>
      <vt:lpstr>Implementation Details - Sampler</vt:lpstr>
      <vt:lpstr>Proposed Model Performance - Dirty</vt:lpstr>
      <vt:lpstr>Proposed Model Performance - Structural</vt:lpstr>
      <vt:lpstr>Model Limitations/ Future Extension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Entity Matching for Dataset with Numeric Attributes</dc:title>
  <dc:creator>Lydia Chau</dc:creator>
  <cp:lastModifiedBy>Lydia Chau</cp:lastModifiedBy>
  <cp:revision>1</cp:revision>
  <dcterms:created xsi:type="dcterms:W3CDTF">2022-02-02T15:38:31Z</dcterms:created>
  <dcterms:modified xsi:type="dcterms:W3CDTF">2022-02-02T19:44:05Z</dcterms:modified>
</cp:coreProperties>
</file>